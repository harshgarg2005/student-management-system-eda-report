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307" r:id="rId2"/>
    <p:sldId id="257" r:id="rId3"/>
    <p:sldId id="308" r:id="rId4"/>
    <p:sldId id="280" r:id="rId5"/>
    <p:sldId id="309" r:id="rId6"/>
    <p:sldId id="310" r:id="rId7"/>
    <p:sldId id="311" r:id="rId8"/>
    <p:sldId id="312" r:id="rId9"/>
    <p:sldId id="263" r:id="rId10"/>
    <p:sldId id="313" r:id="rId11"/>
    <p:sldId id="314" r:id="rId12"/>
    <p:sldId id="315" r:id="rId13"/>
    <p:sldId id="316" r:id="rId14"/>
    <p:sldId id="271" r:id="rId15"/>
    <p:sldId id="291" r:id="rId16"/>
    <p:sldId id="292" r:id="rId17"/>
    <p:sldId id="293" r:id="rId18"/>
    <p:sldId id="294" r:id="rId19"/>
    <p:sldId id="295" r:id="rId20"/>
    <p:sldId id="275" r:id="rId21"/>
    <p:sldId id="297" r:id="rId22"/>
    <p:sldId id="296" r:id="rId23"/>
    <p:sldId id="298" r:id="rId24"/>
    <p:sldId id="299" r:id="rId25"/>
    <p:sldId id="277" r:id="rId26"/>
    <p:sldId id="276" r:id="rId27"/>
    <p:sldId id="317" r:id="rId28"/>
    <p:sldId id="318" r:id="rId29"/>
    <p:sldId id="319" r:id="rId30"/>
    <p:sldId id="320" r:id="rId31"/>
    <p:sldId id="302" r:id="rId32"/>
    <p:sldId id="281" r:id="rId33"/>
    <p:sldId id="282" r:id="rId34"/>
    <p:sldId id="283" r:id="rId35"/>
    <p:sldId id="258" r:id="rId36"/>
  </p:sldIdLst>
  <p:sldSz cx="12344400" cy="8229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F5D4A9-25C7-4E68-852B-093DA3CA71C7}" v="71" dt="2025-05-02T14:34:04.78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56" d="100"/>
          <a:sy n="56" d="100"/>
        </p:scale>
        <p:origin x="1248" y="72"/>
      </p:cViewPr>
      <p:guideLst>
        <p:guide orient="horz" pos="2592"/>
        <p:guide pos="388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hul Yadav" userId="e0ac4c0e9d20cea1" providerId="LiveId" clId="{84F5D4A9-25C7-4E68-852B-093DA3CA71C7}"/>
    <pc:docChg chg="undo custSel addSld delSld modSld sldOrd">
      <pc:chgData name="Anshul Yadav" userId="e0ac4c0e9d20cea1" providerId="LiveId" clId="{84F5D4A9-25C7-4E68-852B-093DA3CA71C7}" dt="2025-05-02T14:43:41.181" v="988" actId="14100"/>
      <pc:docMkLst>
        <pc:docMk/>
      </pc:docMkLst>
      <pc:sldChg chg="modSp mod">
        <pc:chgData name="Anshul Yadav" userId="e0ac4c0e9d20cea1" providerId="LiveId" clId="{84F5D4A9-25C7-4E68-852B-093DA3CA71C7}" dt="2025-05-02T14:33:51.411" v="488" actId="20577"/>
        <pc:sldMkLst>
          <pc:docMk/>
          <pc:sldMk cId="0" sldId="257"/>
        </pc:sldMkLst>
        <pc:spChg chg="mod">
          <ac:chgData name="Anshul Yadav" userId="e0ac4c0e9d20cea1" providerId="LiveId" clId="{84F5D4A9-25C7-4E68-852B-093DA3CA71C7}" dt="2025-05-02T14:33:51.411" v="488" actId="20577"/>
          <ac:spMkLst>
            <pc:docMk/>
            <pc:sldMk cId="0" sldId="257"/>
            <ac:spMk id="3" creationId="{00000000-0000-0000-0000-000000000000}"/>
          </ac:spMkLst>
        </pc:spChg>
      </pc:sldChg>
      <pc:sldChg chg="modSp mod">
        <pc:chgData name="Anshul Yadav" userId="e0ac4c0e9d20cea1" providerId="LiveId" clId="{84F5D4A9-25C7-4E68-852B-093DA3CA71C7}" dt="2025-05-02T13:39:08.532" v="193" actId="20577"/>
        <pc:sldMkLst>
          <pc:docMk/>
          <pc:sldMk cId="849440779" sldId="271"/>
        </pc:sldMkLst>
        <pc:spChg chg="mod">
          <ac:chgData name="Anshul Yadav" userId="e0ac4c0e9d20cea1" providerId="LiveId" clId="{84F5D4A9-25C7-4E68-852B-093DA3CA71C7}" dt="2025-05-02T13:39:08.532" v="193" actId="20577"/>
          <ac:spMkLst>
            <pc:docMk/>
            <pc:sldMk cId="849440779" sldId="271"/>
            <ac:spMk id="3" creationId="{C1EEFA4F-A294-ED5A-4E6F-C0C4D10B4FE4}"/>
          </ac:spMkLst>
        </pc:spChg>
      </pc:sldChg>
      <pc:sldChg chg="modSp mod ord">
        <pc:chgData name="Anshul Yadav" userId="e0ac4c0e9d20cea1" providerId="LiveId" clId="{84F5D4A9-25C7-4E68-852B-093DA3CA71C7}" dt="2025-05-02T13:39:45.393" v="208" actId="113"/>
        <pc:sldMkLst>
          <pc:docMk/>
          <pc:sldMk cId="894959612" sldId="275"/>
        </pc:sldMkLst>
        <pc:spChg chg="mod">
          <ac:chgData name="Anshul Yadav" userId="e0ac4c0e9d20cea1" providerId="LiveId" clId="{84F5D4A9-25C7-4E68-852B-093DA3CA71C7}" dt="2025-05-02T13:39:45.393" v="208" actId="113"/>
          <ac:spMkLst>
            <pc:docMk/>
            <pc:sldMk cId="894959612" sldId="275"/>
            <ac:spMk id="2" creationId="{4D12B096-BDAE-B774-0B8C-0F7CF0538D3F}"/>
          </ac:spMkLst>
        </pc:spChg>
        <pc:picChg chg="mod">
          <ac:chgData name="Anshul Yadav" userId="e0ac4c0e9d20cea1" providerId="LiveId" clId="{84F5D4A9-25C7-4E68-852B-093DA3CA71C7}" dt="2025-05-02T13:39:42.601" v="207" actId="14100"/>
          <ac:picMkLst>
            <pc:docMk/>
            <pc:sldMk cId="894959612" sldId="275"/>
            <ac:picMk id="4" creationId="{8C333D8D-8BED-E799-6637-805C1B69752C}"/>
          </ac:picMkLst>
        </pc:picChg>
      </pc:sldChg>
      <pc:sldChg chg="modSp mod ord">
        <pc:chgData name="Anshul Yadav" userId="e0ac4c0e9d20cea1" providerId="LiveId" clId="{84F5D4A9-25C7-4E68-852B-093DA3CA71C7}" dt="2025-05-02T13:48:46.229" v="337" actId="115"/>
        <pc:sldMkLst>
          <pc:docMk/>
          <pc:sldMk cId="1732202883" sldId="276"/>
        </pc:sldMkLst>
        <pc:spChg chg="mod">
          <ac:chgData name="Anshul Yadav" userId="e0ac4c0e9d20cea1" providerId="LiveId" clId="{84F5D4A9-25C7-4E68-852B-093DA3CA71C7}" dt="2025-05-02T13:48:46.229" v="337" actId="115"/>
          <ac:spMkLst>
            <pc:docMk/>
            <pc:sldMk cId="1732202883" sldId="276"/>
            <ac:spMk id="2" creationId="{B7BCD65F-159E-917A-3CDD-0A49E19CD233}"/>
          </ac:spMkLst>
        </pc:spChg>
      </pc:sldChg>
      <pc:sldChg chg="modSp mod ord">
        <pc:chgData name="Anshul Yadav" userId="e0ac4c0e9d20cea1" providerId="LiveId" clId="{84F5D4A9-25C7-4E68-852B-093DA3CA71C7}" dt="2025-05-02T13:47:07.115" v="312" actId="113"/>
        <pc:sldMkLst>
          <pc:docMk/>
          <pc:sldMk cId="2863031540" sldId="277"/>
        </pc:sldMkLst>
        <pc:spChg chg="mod">
          <ac:chgData name="Anshul Yadav" userId="e0ac4c0e9d20cea1" providerId="LiveId" clId="{84F5D4A9-25C7-4E68-852B-093DA3CA71C7}" dt="2025-05-02T13:47:07.115" v="312" actId="113"/>
          <ac:spMkLst>
            <pc:docMk/>
            <pc:sldMk cId="2863031540" sldId="277"/>
            <ac:spMk id="2" creationId="{6B7C4EF1-1C6C-2A1C-1FDA-7BD39306A5EB}"/>
          </ac:spMkLst>
        </pc:spChg>
        <pc:picChg chg="mod">
          <ac:chgData name="Anshul Yadav" userId="e0ac4c0e9d20cea1" providerId="LiveId" clId="{84F5D4A9-25C7-4E68-852B-093DA3CA71C7}" dt="2025-05-02T13:47:04.038" v="311" actId="14100"/>
          <ac:picMkLst>
            <pc:docMk/>
            <pc:sldMk cId="2863031540" sldId="277"/>
            <ac:picMk id="4" creationId="{63ED741E-C767-52DD-C1C0-97D0B34F7698}"/>
          </ac:picMkLst>
        </pc:picChg>
      </pc:sldChg>
      <pc:sldChg chg="del">
        <pc:chgData name="Anshul Yadav" userId="e0ac4c0e9d20cea1" providerId="LiveId" clId="{84F5D4A9-25C7-4E68-852B-093DA3CA71C7}" dt="2025-05-02T13:47:58.136" v="319" actId="47"/>
        <pc:sldMkLst>
          <pc:docMk/>
          <pc:sldMk cId="1661061467" sldId="278"/>
        </pc:sldMkLst>
      </pc:sldChg>
      <pc:sldChg chg="del">
        <pc:chgData name="Anshul Yadav" userId="e0ac4c0e9d20cea1" providerId="LiveId" clId="{84F5D4A9-25C7-4E68-852B-093DA3CA71C7}" dt="2025-05-02T13:48:01.339" v="320" actId="47"/>
        <pc:sldMkLst>
          <pc:docMk/>
          <pc:sldMk cId="351361651" sldId="279"/>
        </pc:sldMkLst>
      </pc:sldChg>
      <pc:sldChg chg="ord">
        <pc:chgData name="Anshul Yadav" userId="e0ac4c0e9d20cea1" providerId="LiveId" clId="{84F5D4A9-25C7-4E68-852B-093DA3CA71C7}" dt="2025-05-02T13:48:04.337" v="322"/>
        <pc:sldMkLst>
          <pc:docMk/>
          <pc:sldMk cId="424208890" sldId="281"/>
        </pc:sldMkLst>
      </pc:sldChg>
      <pc:sldChg chg="modSp mod ord">
        <pc:chgData name="Anshul Yadav" userId="e0ac4c0e9d20cea1" providerId="LiveId" clId="{84F5D4A9-25C7-4E68-852B-093DA3CA71C7}" dt="2025-05-02T13:49:43.638" v="355" actId="403"/>
        <pc:sldMkLst>
          <pc:docMk/>
          <pc:sldMk cId="94427493" sldId="282"/>
        </pc:sldMkLst>
        <pc:spChg chg="mod">
          <ac:chgData name="Anshul Yadav" userId="e0ac4c0e9d20cea1" providerId="LiveId" clId="{84F5D4A9-25C7-4E68-852B-093DA3CA71C7}" dt="2025-05-02T13:49:43.638" v="355" actId="403"/>
          <ac:spMkLst>
            <pc:docMk/>
            <pc:sldMk cId="94427493" sldId="282"/>
            <ac:spMk id="2" creationId="{CB50D954-FFD3-9B35-23C6-A4BC7DF8BE17}"/>
          </ac:spMkLst>
        </pc:spChg>
      </pc:sldChg>
      <pc:sldChg chg="modSp mod">
        <pc:chgData name="Anshul Yadav" userId="e0ac4c0e9d20cea1" providerId="LiveId" clId="{84F5D4A9-25C7-4E68-852B-093DA3CA71C7}" dt="2025-05-02T14:25:23.551" v="405" actId="404"/>
        <pc:sldMkLst>
          <pc:docMk/>
          <pc:sldMk cId="3746888299" sldId="286"/>
        </pc:sldMkLst>
        <pc:spChg chg="mod">
          <ac:chgData name="Anshul Yadav" userId="e0ac4c0e9d20cea1" providerId="LiveId" clId="{84F5D4A9-25C7-4E68-852B-093DA3CA71C7}" dt="2025-05-02T14:25:23.551" v="405" actId="404"/>
          <ac:spMkLst>
            <pc:docMk/>
            <pc:sldMk cId="3746888299" sldId="286"/>
            <ac:spMk id="2" creationId="{26252B34-A190-37A3-062A-02FED295567A}"/>
          </ac:spMkLst>
        </pc:spChg>
      </pc:sldChg>
      <pc:sldChg chg="addSp modSp mod">
        <pc:chgData name="Anshul Yadav" userId="e0ac4c0e9d20cea1" providerId="LiveId" clId="{84F5D4A9-25C7-4E68-852B-093DA3CA71C7}" dt="2025-05-02T14:27:33.165" v="436" actId="20577"/>
        <pc:sldMkLst>
          <pc:docMk/>
          <pc:sldMk cId="2646425247" sldId="287"/>
        </pc:sldMkLst>
        <pc:spChg chg="add mod">
          <ac:chgData name="Anshul Yadav" userId="e0ac4c0e9d20cea1" providerId="LiveId" clId="{84F5D4A9-25C7-4E68-852B-093DA3CA71C7}" dt="2025-05-02T14:27:33.165" v="436" actId="20577"/>
          <ac:spMkLst>
            <pc:docMk/>
            <pc:sldMk cId="2646425247" sldId="287"/>
            <ac:spMk id="2" creationId="{71F3878F-6B4E-090D-B13B-0F9ABEDD5E80}"/>
          </ac:spMkLst>
        </pc:spChg>
      </pc:sldChg>
      <pc:sldChg chg="modSp mod">
        <pc:chgData name="Anshul Yadav" userId="e0ac4c0e9d20cea1" providerId="LiveId" clId="{84F5D4A9-25C7-4E68-852B-093DA3CA71C7}" dt="2025-05-02T14:27:37.039" v="438" actId="20577"/>
        <pc:sldMkLst>
          <pc:docMk/>
          <pc:sldMk cId="3502148257" sldId="288"/>
        </pc:sldMkLst>
        <pc:spChg chg="mod">
          <ac:chgData name="Anshul Yadav" userId="e0ac4c0e9d20cea1" providerId="LiveId" clId="{84F5D4A9-25C7-4E68-852B-093DA3CA71C7}" dt="2025-05-02T14:27:37.039" v="438" actId="20577"/>
          <ac:spMkLst>
            <pc:docMk/>
            <pc:sldMk cId="3502148257" sldId="288"/>
            <ac:spMk id="2" creationId="{358D59C3-AEB8-E518-FBA4-BD1CD88A0410}"/>
          </ac:spMkLst>
        </pc:spChg>
        <pc:picChg chg="mod">
          <ac:chgData name="Anshul Yadav" userId="e0ac4c0e9d20cea1" providerId="LiveId" clId="{84F5D4A9-25C7-4E68-852B-093DA3CA71C7}" dt="2025-05-02T14:27:19.224" v="434" actId="14100"/>
          <ac:picMkLst>
            <pc:docMk/>
            <pc:sldMk cId="3502148257" sldId="288"/>
            <ac:picMk id="4" creationId="{5D59333B-9F6A-9AC5-39E6-E9B097469EEF}"/>
          </ac:picMkLst>
        </pc:picChg>
      </pc:sldChg>
      <pc:sldChg chg="addSp modSp del mod">
        <pc:chgData name="Anshul Yadav" userId="e0ac4c0e9d20cea1" providerId="LiveId" clId="{84F5D4A9-25C7-4E68-852B-093DA3CA71C7}" dt="2025-05-02T14:32:52.501" v="461" actId="47"/>
        <pc:sldMkLst>
          <pc:docMk/>
          <pc:sldMk cId="3949773676" sldId="290"/>
        </pc:sldMkLst>
        <pc:spChg chg="mod">
          <ac:chgData name="Anshul Yadav" userId="e0ac4c0e9d20cea1" providerId="LiveId" clId="{84F5D4A9-25C7-4E68-852B-093DA3CA71C7}" dt="2025-05-02T14:31:49.002" v="453" actId="27636"/>
          <ac:spMkLst>
            <pc:docMk/>
            <pc:sldMk cId="3949773676" sldId="290"/>
            <ac:spMk id="2" creationId="{B7B1A755-DEFD-6382-6D55-5E6887D30442}"/>
          </ac:spMkLst>
        </pc:spChg>
        <pc:spChg chg="add mod">
          <ac:chgData name="Anshul Yadav" userId="e0ac4c0e9d20cea1" providerId="LiveId" clId="{84F5D4A9-25C7-4E68-852B-093DA3CA71C7}" dt="2025-05-02T14:32:21.801" v="459" actId="20577"/>
          <ac:spMkLst>
            <pc:docMk/>
            <pc:sldMk cId="3949773676" sldId="290"/>
            <ac:spMk id="4" creationId="{94358E39-739B-029A-B71D-1C3F8E5D1C6B}"/>
          </ac:spMkLst>
        </pc:spChg>
        <pc:picChg chg="add mod">
          <ac:chgData name="Anshul Yadav" userId="e0ac4c0e9d20cea1" providerId="LiveId" clId="{84F5D4A9-25C7-4E68-852B-093DA3CA71C7}" dt="2025-05-02T14:32:42.168" v="460"/>
          <ac:picMkLst>
            <pc:docMk/>
            <pc:sldMk cId="3949773676" sldId="290"/>
            <ac:picMk id="5" creationId="{0F3BB70F-D3B4-9947-27FA-A89FEE930DDD}"/>
          </ac:picMkLst>
        </pc:picChg>
      </pc:sldChg>
      <pc:sldChg chg="addSp modSp new mod">
        <pc:chgData name="Anshul Yadav" userId="e0ac4c0e9d20cea1" providerId="LiveId" clId="{84F5D4A9-25C7-4E68-852B-093DA3CA71C7}" dt="2025-05-02T13:20:22.352" v="23" actId="403"/>
        <pc:sldMkLst>
          <pc:docMk/>
          <pc:sldMk cId="3090519623" sldId="291"/>
        </pc:sldMkLst>
        <pc:spChg chg="add mod">
          <ac:chgData name="Anshul Yadav" userId="e0ac4c0e9d20cea1" providerId="LiveId" clId="{84F5D4A9-25C7-4E68-852B-093DA3CA71C7}" dt="2025-05-02T13:20:22.352" v="23" actId="403"/>
          <ac:spMkLst>
            <pc:docMk/>
            <pc:sldMk cId="3090519623" sldId="291"/>
            <ac:spMk id="2" creationId="{3DD7FB89-42AD-CE8F-F1B2-75223D184C27}"/>
          </ac:spMkLst>
        </pc:spChg>
        <pc:picChg chg="add mod">
          <ac:chgData name="Anshul Yadav" userId="e0ac4c0e9d20cea1" providerId="LiveId" clId="{84F5D4A9-25C7-4E68-852B-093DA3CA71C7}" dt="2025-05-02T13:20:14.824" v="21" actId="1076"/>
          <ac:picMkLst>
            <pc:docMk/>
            <pc:sldMk cId="3090519623" sldId="291"/>
            <ac:picMk id="3" creationId="{5BC251C6-1B93-AC2A-27AE-9212E769AE05}"/>
          </ac:picMkLst>
        </pc:picChg>
      </pc:sldChg>
      <pc:sldChg chg="addSp modSp new mod">
        <pc:chgData name="Anshul Yadav" userId="e0ac4c0e9d20cea1" providerId="LiveId" clId="{84F5D4A9-25C7-4E68-852B-093DA3CA71C7}" dt="2025-05-02T13:22:15.601" v="42" actId="14100"/>
        <pc:sldMkLst>
          <pc:docMk/>
          <pc:sldMk cId="1832688025" sldId="292"/>
        </pc:sldMkLst>
        <pc:spChg chg="add mod">
          <ac:chgData name="Anshul Yadav" userId="e0ac4c0e9d20cea1" providerId="LiveId" clId="{84F5D4A9-25C7-4E68-852B-093DA3CA71C7}" dt="2025-05-02T13:21:56.021" v="38" actId="403"/>
          <ac:spMkLst>
            <pc:docMk/>
            <pc:sldMk cId="1832688025" sldId="292"/>
            <ac:spMk id="2" creationId="{BFD3307E-448B-4340-9471-09FEB30D81C6}"/>
          </ac:spMkLst>
        </pc:spChg>
        <pc:picChg chg="add mod">
          <ac:chgData name="Anshul Yadav" userId="e0ac4c0e9d20cea1" providerId="LiveId" clId="{84F5D4A9-25C7-4E68-852B-093DA3CA71C7}" dt="2025-05-02T13:22:15.601" v="42" actId="14100"/>
          <ac:picMkLst>
            <pc:docMk/>
            <pc:sldMk cId="1832688025" sldId="292"/>
            <ac:picMk id="3" creationId="{9070C57F-7382-D912-40F0-703217063B96}"/>
          </ac:picMkLst>
        </pc:picChg>
      </pc:sldChg>
      <pc:sldChg chg="addSp modSp new mod">
        <pc:chgData name="Anshul Yadav" userId="e0ac4c0e9d20cea1" providerId="LiveId" clId="{84F5D4A9-25C7-4E68-852B-093DA3CA71C7}" dt="2025-05-02T13:24:41.937" v="65" actId="14100"/>
        <pc:sldMkLst>
          <pc:docMk/>
          <pc:sldMk cId="3777332820" sldId="293"/>
        </pc:sldMkLst>
        <pc:spChg chg="add mod">
          <ac:chgData name="Anshul Yadav" userId="e0ac4c0e9d20cea1" providerId="LiveId" clId="{84F5D4A9-25C7-4E68-852B-093DA3CA71C7}" dt="2025-05-02T13:24:37.216" v="64" actId="20577"/>
          <ac:spMkLst>
            <pc:docMk/>
            <pc:sldMk cId="3777332820" sldId="293"/>
            <ac:spMk id="2" creationId="{F5300026-CF7A-3339-280A-5B81D96383B3}"/>
          </ac:spMkLst>
        </pc:spChg>
        <pc:picChg chg="add mod">
          <ac:chgData name="Anshul Yadav" userId="e0ac4c0e9d20cea1" providerId="LiveId" clId="{84F5D4A9-25C7-4E68-852B-093DA3CA71C7}" dt="2025-05-02T13:24:41.937" v="65" actId="14100"/>
          <ac:picMkLst>
            <pc:docMk/>
            <pc:sldMk cId="3777332820" sldId="293"/>
            <ac:picMk id="3" creationId="{3925D32F-3192-758E-08DB-957EBCF31417}"/>
          </ac:picMkLst>
        </pc:picChg>
      </pc:sldChg>
      <pc:sldChg chg="addSp modSp new mod">
        <pc:chgData name="Anshul Yadav" userId="e0ac4c0e9d20cea1" providerId="LiveId" clId="{84F5D4A9-25C7-4E68-852B-093DA3CA71C7}" dt="2025-05-02T13:31:15.643" v="128" actId="14100"/>
        <pc:sldMkLst>
          <pc:docMk/>
          <pc:sldMk cId="3167090256" sldId="294"/>
        </pc:sldMkLst>
        <pc:spChg chg="add mod">
          <ac:chgData name="Anshul Yadav" userId="e0ac4c0e9d20cea1" providerId="LiveId" clId="{84F5D4A9-25C7-4E68-852B-093DA3CA71C7}" dt="2025-05-02T13:28:37.129" v="121" actId="113"/>
          <ac:spMkLst>
            <pc:docMk/>
            <pc:sldMk cId="3167090256" sldId="294"/>
            <ac:spMk id="2" creationId="{71BAA112-D04D-14F7-4429-CBD2A8E2A6DB}"/>
          </ac:spMkLst>
        </pc:spChg>
        <pc:spChg chg="add">
          <ac:chgData name="Anshul Yadav" userId="e0ac4c0e9d20cea1" providerId="LiveId" clId="{84F5D4A9-25C7-4E68-852B-093DA3CA71C7}" dt="2025-05-02T13:25:52.905" v="73"/>
          <ac:spMkLst>
            <pc:docMk/>
            <pc:sldMk cId="3167090256" sldId="294"/>
            <ac:spMk id="3" creationId="{155B1B29-A270-98B8-0A68-ADAA4D8234CE}"/>
          </ac:spMkLst>
        </pc:spChg>
        <pc:spChg chg="add">
          <ac:chgData name="Anshul Yadav" userId="e0ac4c0e9d20cea1" providerId="LiveId" clId="{84F5D4A9-25C7-4E68-852B-093DA3CA71C7}" dt="2025-05-02T13:25:52.905" v="73"/>
          <ac:spMkLst>
            <pc:docMk/>
            <pc:sldMk cId="3167090256" sldId="294"/>
            <ac:spMk id="4" creationId="{87CAD3E9-F918-5B46-9D37-15C9FFDC6400}"/>
          </ac:spMkLst>
        </pc:spChg>
        <pc:spChg chg="add">
          <ac:chgData name="Anshul Yadav" userId="e0ac4c0e9d20cea1" providerId="LiveId" clId="{84F5D4A9-25C7-4E68-852B-093DA3CA71C7}" dt="2025-05-02T13:25:52.905" v="73"/>
          <ac:spMkLst>
            <pc:docMk/>
            <pc:sldMk cId="3167090256" sldId="294"/>
            <ac:spMk id="5" creationId="{8AA4D8DE-D8DA-80E1-545E-CB2EC5F0F4AD}"/>
          </ac:spMkLst>
        </pc:spChg>
        <pc:spChg chg="add">
          <ac:chgData name="Anshul Yadav" userId="e0ac4c0e9d20cea1" providerId="LiveId" clId="{84F5D4A9-25C7-4E68-852B-093DA3CA71C7}" dt="2025-05-02T13:25:52.905" v="73"/>
          <ac:spMkLst>
            <pc:docMk/>
            <pc:sldMk cId="3167090256" sldId="294"/>
            <ac:spMk id="6" creationId="{CCAA0B80-9222-1B5D-241D-7D600FA80A5F}"/>
          </ac:spMkLst>
        </pc:spChg>
        <pc:spChg chg="add">
          <ac:chgData name="Anshul Yadav" userId="e0ac4c0e9d20cea1" providerId="LiveId" clId="{84F5D4A9-25C7-4E68-852B-093DA3CA71C7}" dt="2025-05-02T13:25:52.905" v="73"/>
          <ac:spMkLst>
            <pc:docMk/>
            <pc:sldMk cId="3167090256" sldId="294"/>
            <ac:spMk id="7" creationId="{26C7F118-B8A9-D1EB-0C7A-ED2726BBF042}"/>
          </ac:spMkLst>
        </pc:spChg>
        <pc:spChg chg="add mod">
          <ac:chgData name="Anshul Yadav" userId="e0ac4c0e9d20cea1" providerId="LiveId" clId="{84F5D4A9-25C7-4E68-852B-093DA3CA71C7}" dt="2025-05-02T13:26:10.192" v="78" actId="1076"/>
          <ac:spMkLst>
            <pc:docMk/>
            <pc:sldMk cId="3167090256" sldId="294"/>
            <ac:spMk id="8" creationId="{10BBF23F-439F-C601-82DE-312B64504599}"/>
          </ac:spMkLst>
        </pc:spChg>
        <pc:spChg chg="add mod">
          <ac:chgData name="Anshul Yadav" userId="e0ac4c0e9d20cea1" providerId="LiveId" clId="{84F5D4A9-25C7-4E68-852B-093DA3CA71C7}" dt="2025-05-02T13:26:10.192" v="78" actId="1076"/>
          <ac:spMkLst>
            <pc:docMk/>
            <pc:sldMk cId="3167090256" sldId="294"/>
            <ac:spMk id="9" creationId="{8C7DA92F-7055-6B3E-ED6A-DE534FFFD264}"/>
          </ac:spMkLst>
        </pc:spChg>
        <pc:spChg chg="add mod">
          <ac:chgData name="Anshul Yadav" userId="e0ac4c0e9d20cea1" providerId="LiveId" clId="{84F5D4A9-25C7-4E68-852B-093DA3CA71C7}" dt="2025-05-02T13:26:10.192" v="78" actId="1076"/>
          <ac:spMkLst>
            <pc:docMk/>
            <pc:sldMk cId="3167090256" sldId="294"/>
            <ac:spMk id="10" creationId="{35D21D11-D9C8-DC35-819D-E78E64E9571F}"/>
          </ac:spMkLst>
        </pc:spChg>
        <pc:spChg chg="add mod">
          <ac:chgData name="Anshul Yadav" userId="e0ac4c0e9d20cea1" providerId="LiveId" clId="{84F5D4A9-25C7-4E68-852B-093DA3CA71C7}" dt="2025-05-02T13:26:10.192" v="78" actId="1076"/>
          <ac:spMkLst>
            <pc:docMk/>
            <pc:sldMk cId="3167090256" sldId="294"/>
            <ac:spMk id="11" creationId="{8E4FA46B-7E0E-FE62-633C-887AE3240264}"/>
          </ac:spMkLst>
        </pc:spChg>
        <pc:spChg chg="add mod">
          <ac:chgData name="Anshul Yadav" userId="e0ac4c0e9d20cea1" providerId="LiveId" clId="{84F5D4A9-25C7-4E68-852B-093DA3CA71C7}" dt="2025-05-02T13:26:10.192" v="78" actId="1076"/>
          <ac:spMkLst>
            <pc:docMk/>
            <pc:sldMk cId="3167090256" sldId="294"/>
            <ac:spMk id="12" creationId="{171C4C7A-F54C-574F-F3A6-DE5E1BB54F19}"/>
          </ac:spMkLst>
        </pc:spChg>
        <pc:spChg chg="add">
          <ac:chgData name="Anshul Yadav" userId="e0ac4c0e9d20cea1" providerId="LiveId" clId="{84F5D4A9-25C7-4E68-852B-093DA3CA71C7}" dt="2025-05-02T13:26:17.757" v="80"/>
          <ac:spMkLst>
            <pc:docMk/>
            <pc:sldMk cId="3167090256" sldId="294"/>
            <ac:spMk id="13" creationId="{FF46128B-4520-1F38-309E-86CFF62167FF}"/>
          </ac:spMkLst>
        </pc:spChg>
        <pc:spChg chg="add">
          <ac:chgData name="Anshul Yadav" userId="e0ac4c0e9d20cea1" providerId="LiveId" clId="{84F5D4A9-25C7-4E68-852B-093DA3CA71C7}" dt="2025-05-02T13:26:17.757" v="80"/>
          <ac:spMkLst>
            <pc:docMk/>
            <pc:sldMk cId="3167090256" sldId="294"/>
            <ac:spMk id="14" creationId="{D7A70C00-8E1C-F42C-61E0-4959A607BC8B}"/>
          </ac:spMkLst>
        </pc:spChg>
        <pc:spChg chg="add">
          <ac:chgData name="Anshul Yadav" userId="e0ac4c0e9d20cea1" providerId="LiveId" clId="{84F5D4A9-25C7-4E68-852B-093DA3CA71C7}" dt="2025-05-02T13:26:17.757" v="80"/>
          <ac:spMkLst>
            <pc:docMk/>
            <pc:sldMk cId="3167090256" sldId="294"/>
            <ac:spMk id="15" creationId="{825F016C-CE4F-59B8-80EB-941D0F0D4980}"/>
          </ac:spMkLst>
        </pc:spChg>
        <pc:spChg chg="add">
          <ac:chgData name="Anshul Yadav" userId="e0ac4c0e9d20cea1" providerId="LiveId" clId="{84F5D4A9-25C7-4E68-852B-093DA3CA71C7}" dt="2025-05-02T13:26:17.757" v="80"/>
          <ac:spMkLst>
            <pc:docMk/>
            <pc:sldMk cId="3167090256" sldId="294"/>
            <ac:spMk id="16" creationId="{428F3282-7463-C21E-EC18-9ABD164D184B}"/>
          </ac:spMkLst>
        </pc:spChg>
        <pc:spChg chg="add">
          <ac:chgData name="Anshul Yadav" userId="e0ac4c0e9d20cea1" providerId="LiveId" clId="{84F5D4A9-25C7-4E68-852B-093DA3CA71C7}" dt="2025-05-02T13:26:17.757" v="80"/>
          <ac:spMkLst>
            <pc:docMk/>
            <pc:sldMk cId="3167090256" sldId="294"/>
            <ac:spMk id="17" creationId="{AA7C8B37-E5F3-4E03-019C-85C2A3146BE3}"/>
          </ac:spMkLst>
        </pc:spChg>
        <pc:spChg chg="add mod">
          <ac:chgData name="Anshul Yadav" userId="e0ac4c0e9d20cea1" providerId="LiveId" clId="{84F5D4A9-25C7-4E68-852B-093DA3CA71C7}" dt="2025-05-02T13:30:04.881" v="124" actId="14100"/>
          <ac:spMkLst>
            <pc:docMk/>
            <pc:sldMk cId="3167090256" sldId="294"/>
            <ac:spMk id="18" creationId="{EB0846A9-679F-4934-3FE6-6882631ADF08}"/>
          </ac:spMkLst>
        </pc:spChg>
        <pc:picChg chg="add mod">
          <ac:chgData name="Anshul Yadav" userId="e0ac4c0e9d20cea1" providerId="LiveId" clId="{84F5D4A9-25C7-4E68-852B-093DA3CA71C7}" dt="2025-05-02T13:31:15.643" v="128" actId="14100"/>
          <ac:picMkLst>
            <pc:docMk/>
            <pc:sldMk cId="3167090256" sldId="294"/>
            <ac:picMk id="20" creationId="{A2C6E4C2-4B39-3671-C879-25236D2393FA}"/>
          </ac:picMkLst>
        </pc:picChg>
      </pc:sldChg>
      <pc:sldChg chg="addSp modSp new mod">
        <pc:chgData name="Anshul Yadav" userId="e0ac4c0e9d20cea1" providerId="LiveId" clId="{84F5D4A9-25C7-4E68-852B-093DA3CA71C7}" dt="2025-05-02T13:35:53.331" v="161" actId="14100"/>
        <pc:sldMkLst>
          <pc:docMk/>
          <pc:sldMk cId="3681940729" sldId="295"/>
        </pc:sldMkLst>
        <pc:spChg chg="add mod">
          <ac:chgData name="Anshul Yadav" userId="e0ac4c0e9d20cea1" providerId="LiveId" clId="{84F5D4A9-25C7-4E68-852B-093DA3CA71C7}" dt="2025-05-02T13:35:31.789" v="156" actId="113"/>
          <ac:spMkLst>
            <pc:docMk/>
            <pc:sldMk cId="3681940729" sldId="295"/>
            <ac:spMk id="2" creationId="{FCAB3323-FFA2-6939-3DC3-504E0E8F472E}"/>
          </ac:spMkLst>
        </pc:spChg>
        <pc:spChg chg="add">
          <ac:chgData name="Anshul Yadav" userId="e0ac4c0e9d20cea1" providerId="LiveId" clId="{84F5D4A9-25C7-4E68-852B-093DA3CA71C7}" dt="2025-05-02T13:33:55.756" v="137"/>
          <ac:spMkLst>
            <pc:docMk/>
            <pc:sldMk cId="3681940729" sldId="295"/>
            <ac:spMk id="3" creationId="{7B939E56-7196-D256-D7CA-A02395C2ACEE}"/>
          </ac:spMkLst>
        </pc:spChg>
        <pc:picChg chg="add mod">
          <ac:chgData name="Anshul Yadav" userId="e0ac4c0e9d20cea1" providerId="LiveId" clId="{84F5D4A9-25C7-4E68-852B-093DA3CA71C7}" dt="2025-05-02T13:35:53.331" v="161" actId="14100"/>
          <ac:picMkLst>
            <pc:docMk/>
            <pc:sldMk cId="3681940729" sldId="295"/>
            <ac:picMk id="4" creationId="{CE038931-5727-B89B-C2B8-56B95E173970}"/>
          </ac:picMkLst>
        </pc:picChg>
      </pc:sldChg>
      <pc:sldChg chg="addSp modSp new mod ord">
        <pc:chgData name="Anshul Yadav" userId="e0ac4c0e9d20cea1" providerId="LiveId" clId="{84F5D4A9-25C7-4E68-852B-093DA3CA71C7}" dt="2025-05-02T13:41:12.404" v="226" actId="14100"/>
        <pc:sldMkLst>
          <pc:docMk/>
          <pc:sldMk cId="241697923" sldId="296"/>
        </pc:sldMkLst>
        <pc:spChg chg="add mod">
          <ac:chgData name="Anshul Yadav" userId="e0ac4c0e9d20cea1" providerId="LiveId" clId="{84F5D4A9-25C7-4E68-852B-093DA3CA71C7}" dt="2025-05-02T13:40:55.762" v="222" actId="20577"/>
          <ac:spMkLst>
            <pc:docMk/>
            <pc:sldMk cId="241697923" sldId="296"/>
            <ac:spMk id="2" creationId="{14590546-9C84-0707-0432-42A7778A6C82}"/>
          </ac:spMkLst>
        </pc:spChg>
        <pc:picChg chg="add mod">
          <ac:chgData name="Anshul Yadav" userId="e0ac4c0e9d20cea1" providerId="LiveId" clId="{84F5D4A9-25C7-4E68-852B-093DA3CA71C7}" dt="2025-05-02T13:41:12.404" v="226" actId="14100"/>
          <ac:picMkLst>
            <pc:docMk/>
            <pc:sldMk cId="241697923" sldId="296"/>
            <ac:picMk id="3" creationId="{6B9FB761-FE50-DFCB-7BB6-D61FB06707CD}"/>
          </ac:picMkLst>
        </pc:picChg>
      </pc:sldChg>
      <pc:sldChg chg="new del">
        <pc:chgData name="Anshul Yadav" userId="e0ac4c0e9d20cea1" providerId="LiveId" clId="{84F5D4A9-25C7-4E68-852B-093DA3CA71C7}" dt="2025-05-02T13:36:11.331" v="162" actId="47"/>
        <pc:sldMkLst>
          <pc:docMk/>
          <pc:sldMk cId="575362110" sldId="296"/>
        </pc:sldMkLst>
      </pc:sldChg>
      <pc:sldChg chg="addSp modSp new mod">
        <pc:chgData name="Anshul Yadav" userId="e0ac4c0e9d20cea1" providerId="LiveId" clId="{84F5D4A9-25C7-4E68-852B-093DA3CA71C7}" dt="2025-05-02T13:37:59.293" v="183" actId="403"/>
        <pc:sldMkLst>
          <pc:docMk/>
          <pc:sldMk cId="2528994219" sldId="297"/>
        </pc:sldMkLst>
        <pc:spChg chg="add mod">
          <ac:chgData name="Anshul Yadav" userId="e0ac4c0e9d20cea1" providerId="LiveId" clId="{84F5D4A9-25C7-4E68-852B-093DA3CA71C7}" dt="2025-05-02T13:37:59.293" v="183" actId="403"/>
          <ac:spMkLst>
            <pc:docMk/>
            <pc:sldMk cId="2528994219" sldId="297"/>
            <ac:spMk id="2" creationId="{1D5C639E-DCB4-8B82-A243-4A4EF2BA52AC}"/>
          </ac:spMkLst>
        </pc:spChg>
        <pc:picChg chg="add mod">
          <ac:chgData name="Anshul Yadav" userId="e0ac4c0e9d20cea1" providerId="LiveId" clId="{84F5D4A9-25C7-4E68-852B-093DA3CA71C7}" dt="2025-05-02T13:37:36.946" v="180" actId="14100"/>
          <ac:picMkLst>
            <pc:docMk/>
            <pc:sldMk cId="2528994219" sldId="297"/>
            <ac:picMk id="3" creationId="{8C5D57A9-C07B-DEDC-8EEA-625ED59920EE}"/>
          </ac:picMkLst>
        </pc:picChg>
      </pc:sldChg>
      <pc:sldChg chg="addSp modSp new mod">
        <pc:chgData name="Anshul Yadav" userId="e0ac4c0e9d20cea1" providerId="LiveId" clId="{84F5D4A9-25C7-4E68-852B-093DA3CA71C7}" dt="2025-05-02T13:42:15.932" v="241" actId="14100"/>
        <pc:sldMkLst>
          <pc:docMk/>
          <pc:sldMk cId="2686104820" sldId="298"/>
        </pc:sldMkLst>
        <pc:spChg chg="add mod">
          <ac:chgData name="Anshul Yadav" userId="e0ac4c0e9d20cea1" providerId="LiveId" clId="{84F5D4A9-25C7-4E68-852B-093DA3CA71C7}" dt="2025-05-02T13:42:00.511" v="237" actId="403"/>
          <ac:spMkLst>
            <pc:docMk/>
            <pc:sldMk cId="2686104820" sldId="298"/>
            <ac:spMk id="2" creationId="{DEBD59E7-304C-89D4-2199-0AC55780887A}"/>
          </ac:spMkLst>
        </pc:spChg>
        <pc:picChg chg="add mod">
          <ac:chgData name="Anshul Yadav" userId="e0ac4c0e9d20cea1" providerId="LiveId" clId="{84F5D4A9-25C7-4E68-852B-093DA3CA71C7}" dt="2025-05-02T13:42:15.932" v="241" actId="14100"/>
          <ac:picMkLst>
            <pc:docMk/>
            <pc:sldMk cId="2686104820" sldId="298"/>
            <ac:picMk id="3" creationId="{E6CC4667-844F-CB4E-4CD8-77D0CBDBAFE7}"/>
          </ac:picMkLst>
        </pc:picChg>
      </pc:sldChg>
      <pc:sldChg chg="addSp modSp new mod">
        <pc:chgData name="Anshul Yadav" userId="e0ac4c0e9d20cea1" providerId="LiveId" clId="{84F5D4A9-25C7-4E68-852B-093DA3CA71C7}" dt="2025-05-02T13:43:09.333" v="255" actId="14100"/>
        <pc:sldMkLst>
          <pc:docMk/>
          <pc:sldMk cId="1934160666" sldId="299"/>
        </pc:sldMkLst>
        <pc:spChg chg="add mod">
          <ac:chgData name="Anshul Yadav" userId="e0ac4c0e9d20cea1" providerId="LiveId" clId="{84F5D4A9-25C7-4E68-852B-093DA3CA71C7}" dt="2025-05-02T13:42:55.286" v="252" actId="403"/>
          <ac:spMkLst>
            <pc:docMk/>
            <pc:sldMk cId="1934160666" sldId="299"/>
            <ac:spMk id="2" creationId="{9C3CDB2B-6184-47D2-243B-5A74BB1F0F26}"/>
          </ac:spMkLst>
        </pc:spChg>
        <pc:picChg chg="add mod">
          <ac:chgData name="Anshul Yadav" userId="e0ac4c0e9d20cea1" providerId="LiveId" clId="{84F5D4A9-25C7-4E68-852B-093DA3CA71C7}" dt="2025-05-02T13:43:09.333" v="255" actId="14100"/>
          <ac:picMkLst>
            <pc:docMk/>
            <pc:sldMk cId="1934160666" sldId="299"/>
            <ac:picMk id="3" creationId="{91592B77-392B-B47A-CBDE-2AF045D5C841}"/>
          </ac:picMkLst>
        </pc:picChg>
      </pc:sldChg>
      <pc:sldChg chg="addSp modSp new mod">
        <pc:chgData name="Anshul Yadav" userId="e0ac4c0e9d20cea1" providerId="LiveId" clId="{84F5D4A9-25C7-4E68-852B-093DA3CA71C7}" dt="2025-05-02T13:44:12.453" v="267" actId="14100"/>
        <pc:sldMkLst>
          <pc:docMk/>
          <pc:sldMk cId="3553019531" sldId="300"/>
        </pc:sldMkLst>
        <pc:spChg chg="add mod">
          <ac:chgData name="Anshul Yadav" userId="e0ac4c0e9d20cea1" providerId="LiveId" clId="{84F5D4A9-25C7-4E68-852B-093DA3CA71C7}" dt="2025-05-02T13:43:57.263" v="264" actId="403"/>
          <ac:spMkLst>
            <pc:docMk/>
            <pc:sldMk cId="3553019531" sldId="300"/>
            <ac:spMk id="2" creationId="{B01080E3-468D-E54C-7E04-BFCA67CC5AF1}"/>
          </ac:spMkLst>
        </pc:spChg>
        <pc:picChg chg="add mod">
          <ac:chgData name="Anshul Yadav" userId="e0ac4c0e9d20cea1" providerId="LiveId" clId="{84F5D4A9-25C7-4E68-852B-093DA3CA71C7}" dt="2025-05-02T13:44:12.453" v="267" actId="14100"/>
          <ac:picMkLst>
            <pc:docMk/>
            <pc:sldMk cId="3553019531" sldId="300"/>
            <ac:picMk id="3" creationId="{B3F4C493-E14D-6A78-8223-E6B115158AE1}"/>
          </ac:picMkLst>
        </pc:picChg>
      </pc:sldChg>
      <pc:sldChg chg="addSp modSp new mod">
        <pc:chgData name="Anshul Yadav" userId="e0ac4c0e9d20cea1" providerId="LiveId" clId="{84F5D4A9-25C7-4E68-852B-093DA3CA71C7}" dt="2025-05-02T13:45:54.328" v="298" actId="14100"/>
        <pc:sldMkLst>
          <pc:docMk/>
          <pc:sldMk cId="4037714707" sldId="301"/>
        </pc:sldMkLst>
        <pc:spChg chg="add mod">
          <ac:chgData name="Anshul Yadav" userId="e0ac4c0e9d20cea1" providerId="LiveId" clId="{84F5D4A9-25C7-4E68-852B-093DA3CA71C7}" dt="2025-05-02T13:45:42.174" v="295" actId="20577"/>
          <ac:spMkLst>
            <pc:docMk/>
            <pc:sldMk cId="4037714707" sldId="301"/>
            <ac:spMk id="2" creationId="{81B95332-844B-CCEA-223C-BCEA3A76E329}"/>
          </ac:spMkLst>
        </pc:spChg>
        <pc:picChg chg="add mod">
          <ac:chgData name="Anshul Yadav" userId="e0ac4c0e9d20cea1" providerId="LiveId" clId="{84F5D4A9-25C7-4E68-852B-093DA3CA71C7}" dt="2025-05-02T13:45:54.328" v="298" actId="14100"/>
          <ac:picMkLst>
            <pc:docMk/>
            <pc:sldMk cId="4037714707" sldId="301"/>
            <ac:picMk id="3" creationId="{06CC9B79-756C-2778-9F33-6793231E8763}"/>
          </ac:picMkLst>
        </pc:picChg>
      </pc:sldChg>
      <pc:sldChg chg="addSp modSp new mod">
        <pc:chgData name="Anshul Yadav" userId="e0ac4c0e9d20cea1" providerId="LiveId" clId="{84F5D4A9-25C7-4E68-852B-093DA3CA71C7}" dt="2025-05-02T13:47:52.652" v="318" actId="403"/>
        <pc:sldMkLst>
          <pc:docMk/>
          <pc:sldMk cId="912895015" sldId="302"/>
        </pc:sldMkLst>
        <pc:spChg chg="add mod">
          <ac:chgData name="Anshul Yadav" userId="e0ac4c0e9d20cea1" providerId="LiveId" clId="{84F5D4A9-25C7-4E68-852B-093DA3CA71C7}" dt="2025-05-02T13:47:52.652" v="318" actId="403"/>
          <ac:spMkLst>
            <pc:docMk/>
            <pc:sldMk cId="912895015" sldId="302"/>
            <ac:spMk id="3" creationId="{016A0973-F83E-9845-597C-ADEAF4FD95B2}"/>
          </ac:spMkLst>
        </pc:spChg>
      </pc:sldChg>
      <pc:sldChg chg="addSp delSp modSp new mod ord">
        <pc:chgData name="Anshul Yadav" userId="e0ac4c0e9d20cea1" providerId="LiveId" clId="{84F5D4A9-25C7-4E68-852B-093DA3CA71C7}" dt="2025-05-02T14:24:30.182" v="392" actId="20577"/>
        <pc:sldMkLst>
          <pc:docMk/>
          <pc:sldMk cId="3634536398" sldId="303"/>
        </pc:sldMkLst>
        <pc:spChg chg="add mod">
          <ac:chgData name="Anshul Yadav" userId="e0ac4c0e9d20cea1" providerId="LiveId" clId="{84F5D4A9-25C7-4E68-852B-093DA3CA71C7}" dt="2025-05-02T14:24:30.182" v="392" actId="20577"/>
          <ac:spMkLst>
            <pc:docMk/>
            <pc:sldMk cId="3634536398" sldId="303"/>
            <ac:spMk id="2" creationId="{EB678572-BB73-AFB5-ECAA-D21A11F8875B}"/>
          </ac:spMkLst>
        </pc:spChg>
        <pc:picChg chg="add del mod">
          <ac:chgData name="Anshul Yadav" userId="e0ac4c0e9d20cea1" providerId="LiveId" clId="{84F5D4A9-25C7-4E68-852B-093DA3CA71C7}" dt="2025-05-02T14:23:00.648" v="368" actId="21"/>
          <ac:picMkLst>
            <pc:docMk/>
            <pc:sldMk cId="3634536398" sldId="303"/>
            <ac:picMk id="3" creationId="{FE1C2EDF-AF80-7624-7394-B418C0E66A88}"/>
          </ac:picMkLst>
        </pc:picChg>
      </pc:sldChg>
      <pc:sldChg chg="addSp modSp new mod ord">
        <pc:chgData name="Anshul Yadav" userId="e0ac4c0e9d20cea1" providerId="LiveId" clId="{84F5D4A9-25C7-4E68-852B-093DA3CA71C7}" dt="2025-05-02T14:23:46.747" v="377"/>
        <pc:sldMkLst>
          <pc:docMk/>
          <pc:sldMk cId="1593317759" sldId="304"/>
        </pc:sldMkLst>
        <pc:picChg chg="add mod">
          <ac:chgData name="Anshul Yadav" userId="e0ac4c0e9d20cea1" providerId="LiveId" clId="{84F5D4A9-25C7-4E68-852B-093DA3CA71C7}" dt="2025-05-02T14:23:29.212" v="375" actId="14100"/>
          <ac:picMkLst>
            <pc:docMk/>
            <pc:sldMk cId="1593317759" sldId="304"/>
            <ac:picMk id="3" creationId="{FE1C2EDF-AF80-7624-7394-B418C0E66A88}"/>
          </ac:picMkLst>
        </pc:picChg>
      </pc:sldChg>
      <pc:sldChg chg="addSp delSp modSp new mod">
        <pc:chgData name="Anshul Yadav" userId="e0ac4c0e9d20cea1" providerId="LiveId" clId="{84F5D4A9-25C7-4E68-852B-093DA3CA71C7}" dt="2025-05-02T14:26:56.330" v="427"/>
        <pc:sldMkLst>
          <pc:docMk/>
          <pc:sldMk cId="3179279137" sldId="305"/>
        </pc:sldMkLst>
        <pc:spChg chg="add del mod">
          <ac:chgData name="Anshul Yadav" userId="e0ac4c0e9d20cea1" providerId="LiveId" clId="{84F5D4A9-25C7-4E68-852B-093DA3CA71C7}" dt="2025-05-02T14:26:56.330" v="427"/>
          <ac:spMkLst>
            <pc:docMk/>
            <pc:sldMk cId="3179279137" sldId="305"/>
            <ac:spMk id="2" creationId="{9F805555-3EB3-8574-E14E-83857E9BE259}"/>
          </ac:spMkLst>
        </pc:spChg>
        <pc:spChg chg="add mod">
          <ac:chgData name="Anshul Yadav" userId="e0ac4c0e9d20cea1" providerId="LiveId" clId="{84F5D4A9-25C7-4E68-852B-093DA3CA71C7}" dt="2025-05-02T14:26:36.454" v="418"/>
          <ac:spMkLst>
            <pc:docMk/>
            <pc:sldMk cId="3179279137" sldId="305"/>
            <ac:spMk id="5" creationId="{E9C0E648-1744-37FD-0436-1696D5C16600}"/>
          </ac:spMkLst>
        </pc:spChg>
        <pc:graphicFrameChg chg="add mod">
          <ac:chgData name="Anshul Yadav" userId="e0ac4c0e9d20cea1" providerId="LiveId" clId="{84F5D4A9-25C7-4E68-852B-093DA3CA71C7}" dt="2025-05-02T14:26:27.622" v="413"/>
          <ac:graphicFrameMkLst>
            <pc:docMk/>
            <pc:sldMk cId="3179279137" sldId="305"/>
            <ac:graphicFrameMk id="3" creationId="{02CA4E03-5A24-B29D-EB85-08BA148A36EC}"/>
          </ac:graphicFrameMkLst>
        </pc:graphicFrameChg>
        <pc:graphicFrameChg chg="add mod">
          <ac:chgData name="Anshul Yadav" userId="e0ac4c0e9d20cea1" providerId="LiveId" clId="{84F5D4A9-25C7-4E68-852B-093DA3CA71C7}" dt="2025-05-02T14:26:27.622" v="413"/>
          <ac:graphicFrameMkLst>
            <pc:docMk/>
            <pc:sldMk cId="3179279137" sldId="305"/>
            <ac:graphicFrameMk id="4" creationId="{66335362-1507-A06A-21AB-7A294D4D523E}"/>
          </ac:graphicFrameMkLst>
        </pc:graphicFrameChg>
        <pc:picChg chg="add mod">
          <ac:chgData name="Anshul Yadav" userId="e0ac4c0e9d20cea1" providerId="LiveId" clId="{84F5D4A9-25C7-4E68-852B-093DA3CA71C7}" dt="2025-05-02T14:26:54.699" v="425" actId="14100"/>
          <ac:picMkLst>
            <pc:docMk/>
            <pc:sldMk cId="3179279137" sldId="305"/>
            <ac:picMk id="6" creationId="{15119937-EB1E-E412-226B-FACBC29F24EB}"/>
          </ac:picMkLst>
        </pc:picChg>
      </pc:sldChg>
      <pc:sldChg chg="addSp modSp new mod">
        <pc:chgData name="Anshul Yadav" userId="e0ac4c0e9d20cea1" providerId="LiveId" clId="{84F5D4A9-25C7-4E68-852B-093DA3CA71C7}" dt="2025-05-02T14:28:10.920" v="448" actId="403"/>
        <pc:sldMkLst>
          <pc:docMk/>
          <pc:sldMk cId="1078069020" sldId="306"/>
        </pc:sldMkLst>
        <pc:spChg chg="add mod">
          <ac:chgData name="Anshul Yadav" userId="e0ac4c0e9d20cea1" providerId="LiveId" clId="{84F5D4A9-25C7-4E68-852B-093DA3CA71C7}" dt="2025-05-02T14:28:10.920" v="448" actId="403"/>
          <ac:spMkLst>
            <pc:docMk/>
            <pc:sldMk cId="1078069020" sldId="306"/>
            <ac:spMk id="2" creationId="{30A0B71B-E44B-FC89-BEF7-DD2B83F3B726}"/>
          </ac:spMkLst>
        </pc:spChg>
      </pc:sldChg>
      <pc:sldChg chg="addSp modSp new mod ord">
        <pc:chgData name="Anshul Yadav" userId="e0ac4c0e9d20cea1" providerId="LiveId" clId="{84F5D4A9-25C7-4E68-852B-093DA3CA71C7}" dt="2025-05-02T14:43:41.181" v="988" actId="14100"/>
        <pc:sldMkLst>
          <pc:docMk/>
          <pc:sldMk cId="2184861997" sldId="307"/>
        </pc:sldMkLst>
        <pc:spChg chg="mod">
          <ac:chgData name="Anshul Yadav" userId="e0ac4c0e9d20cea1" providerId="LiveId" clId="{84F5D4A9-25C7-4E68-852B-093DA3CA71C7}" dt="2025-05-02T14:34:36.887" v="500" actId="1076"/>
          <ac:spMkLst>
            <pc:docMk/>
            <pc:sldMk cId="2184861997" sldId="307"/>
            <ac:spMk id="2" creationId="{E2D7FF93-D316-50D0-0CF7-C804B2140EDB}"/>
          </ac:spMkLst>
        </pc:spChg>
        <pc:spChg chg="mod">
          <ac:chgData name="Anshul Yadav" userId="e0ac4c0e9d20cea1" providerId="LiveId" clId="{84F5D4A9-25C7-4E68-852B-093DA3CA71C7}" dt="2025-05-02T14:43:41.181" v="988" actId="14100"/>
          <ac:spMkLst>
            <pc:docMk/>
            <pc:sldMk cId="2184861997" sldId="307"/>
            <ac:spMk id="3" creationId="{08D7AEAF-997A-AEE8-24AD-090926C65D94}"/>
          </ac:spMkLst>
        </pc:spChg>
        <pc:picChg chg="add mod">
          <ac:chgData name="Anshul Yadav" userId="e0ac4c0e9d20cea1" providerId="LiveId" clId="{84F5D4A9-25C7-4E68-852B-093DA3CA71C7}" dt="2025-05-02T14:43:38.020" v="987" actId="1076"/>
          <ac:picMkLst>
            <pc:docMk/>
            <pc:sldMk cId="2184861997" sldId="307"/>
            <ac:picMk id="4" creationId="{493360BF-1108-E223-B379-1DF808CA35CB}"/>
          </ac:picMkLst>
        </pc:picChg>
      </pc:sldChg>
    </pc:docChg>
  </pc:docChgLst>
  <pc:docChgLst>
    <pc:chgData name="Anshul Yadav" userId="e0ac4c0e9d20cea1" providerId="LiveId" clId="{FD997D89-85CA-4640-87FC-74AE7F251907}"/>
    <pc:docChg chg="custSel addSld delSld modSld sldOrd">
      <pc:chgData name="Anshul Yadav" userId="e0ac4c0e9d20cea1" providerId="LiveId" clId="{FD997D89-85CA-4640-87FC-74AE7F251907}" dt="2025-03-26T05:39:59.124" v="199"/>
      <pc:docMkLst>
        <pc:docMk/>
      </pc:docMkLst>
      <pc:sldChg chg="modSp new del mod ord">
        <pc:chgData name="Anshul Yadav" userId="e0ac4c0e9d20cea1" providerId="LiveId" clId="{FD997D89-85CA-4640-87FC-74AE7F251907}" dt="2025-03-26T05:37:17.239" v="41" actId="2696"/>
        <pc:sldMkLst>
          <pc:docMk/>
          <pc:sldMk cId="3358207181" sldId="290"/>
        </pc:sldMkLst>
      </pc:sldChg>
      <pc:sldChg chg="addSp modSp new mod ord">
        <pc:chgData name="Anshul Yadav" userId="e0ac4c0e9d20cea1" providerId="LiveId" clId="{FD997D89-85CA-4640-87FC-74AE7F251907}" dt="2025-03-26T05:39:59.124" v="199"/>
        <pc:sldMkLst>
          <pc:docMk/>
          <pc:sldMk cId="3949773676" sldId="290"/>
        </pc:sldMkLst>
      </pc:sldChg>
      <pc:sldChg chg="new del">
        <pc:chgData name="Anshul Yadav" userId="e0ac4c0e9d20cea1" providerId="LiveId" clId="{FD997D89-85CA-4640-87FC-74AE7F251907}" dt="2025-03-26T05:37:14.122" v="40" actId="2696"/>
        <pc:sldMkLst>
          <pc:docMk/>
          <pc:sldMk cId="1622509335" sldId="2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81FD6C-4B7C-42F8-90C0-0555E1395E46}" type="datetimeFigureOut">
              <a:rPr lang="en-IN" smtClean="0"/>
              <a:t>24-05-2026</a:t>
            </a:fld>
            <a:endParaRPr lang="en-IN"/>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A44D82-5300-4D52-94C3-75D7CDDE0C71}" type="slidenum">
              <a:rPr lang="en-IN" smtClean="0"/>
              <a:t>‹#›</a:t>
            </a:fld>
            <a:endParaRPr lang="en-IN"/>
          </a:p>
        </p:txBody>
      </p:sp>
    </p:spTree>
    <p:extLst>
      <p:ext uri="{BB962C8B-B14F-4D97-AF65-F5344CB8AC3E}">
        <p14:creationId xmlns:p14="http://schemas.microsoft.com/office/powerpoint/2010/main" val="18370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3086100" y="3749040"/>
            <a:ext cx="8332470" cy="2273234"/>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86100" y="6003986"/>
            <a:ext cx="8332470" cy="1645920"/>
          </a:xfrm>
        </p:spPr>
        <p:txBody>
          <a:bodyPr/>
          <a:lstStyle>
            <a:lvl1pPr marL="0" indent="0" algn="l">
              <a:buNone/>
              <a:defRPr sz="2300" b="1">
                <a:solidFill>
                  <a:schemeClr val="tx2"/>
                </a:solidFill>
              </a:defRPr>
            </a:lvl1pPr>
            <a:lvl2pPr marL="588010" indent="0" algn="ctr">
              <a:buNone/>
            </a:lvl2pPr>
            <a:lvl3pPr marL="1175385" indent="0" algn="ctr">
              <a:buNone/>
            </a:lvl3pPr>
            <a:lvl4pPr marL="1763395" indent="0" algn="ctr">
              <a:buNone/>
            </a:lvl4pPr>
            <a:lvl5pPr marL="2351405" indent="0" algn="ctr">
              <a:buNone/>
            </a:lvl5pPr>
            <a:lvl6pPr marL="2939415" indent="0" algn="ctr">
              <a:buNone/>
            </a:lvl6pPr>
            <a:lvl7pPr marL="3526790" indent="0" algn="ctr">
              <a:buNone/>
            </a:lvl7pPr>
            <a:lvl8pPr marL="4114800" indent="0" algn="ctr">
              <a:buNone/>
            </a:lvl8pPr>
            <a:lvl9pPr marL="470281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653688" y="1380341"/>
            <a:ext cx="2743200" cy="514350"/>
          </a:xfrm>
        </p:spPr>
        <p:txBody>
          <a:bodyPr/>
          <a:lstStyle/>
          <a:p>
            <a:fld id="{F09356D8-EC19-47B6-953E-B82B8737B737}" type="datetimeFigureOut">
              <a:rPr lang="en-US" smtClean="0"/>
              <a:t>5/24/2026</a:t>
            </a:fld>
            <a:endParaRPr lang="en-US"/>
          </a:p>
        </p:txBody>
      </p:sp>
      <p:sp>
        <p:nvSpPr>
          <p:cNvPr id="17" name="Footer Placeholder 16"/>
          <p:cNvSpPr>
            <a:spLocks noGrp="1"/>
          </p:cNvSpPr>
          <p:nvPr>
            <p:ph type="ftr" sz="quarter" idx="11"/>
          </p:nvPr>
        </p:nvSpPr>
        <p:spPr bwMode="auto">
          <a:xfrm rot="5400000">
            <a:off x="9828633" y="4989199"/>
            <a:ext cx="4389120" cy="518465"/>
          </a:xfrm>
        </p:spPr>
        <p:txBody>
          <a:bodyPr/>
          <a:lstStyle/>
          <a:p>
            <a:endParaRPr lang="en-US"/>
          </a:p>
        </p:txBody>
      </p:sp>
      <p:sp>
        <p:nvSpPr>
          <p:cNvPr id="10" name="Rectangle 9"/>
          <p:cNvSpPr/>
          <p:nvPr/>
        </p:nvSpPr>
        <p:spPr bwMode="auto">
          <a:xfrm>
            <a:off x="514350" y="0"/>
            <a:ext cx="822960" cy="82296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a:p>
        </p:txBody>
      </p:sp>
      <p:sp>
        <p:nvSpPr>
          <p:cNvPr id="12" name="Rectangle 11"/>
          <p:cNvSpPr/>
          <p:nvPr/>
        </p:nvSpPr>
        <p:spPr bwMode="auto">
          <a:xfrm>
            <a:off x="373054" y="0"/>
            <a:ext cx="141296" cy="82296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a:p>
        </p:txBody>
      </p:sp>
      <p:sp>
        <p:nvSpPr>
          <p:cNvPr id="14" name="Rectangle 13"/>
          <p:cNvSpPr/>
          <p:nvPr/>
        </p:nvSpPr>
        <p:spPr bwMode="auto">
          <a:xfrm>
            <a:off x="1337310" y="0"/>
            <a:ext cx="245527" cy="82296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a:p>
        </p:txBody>
      </p:sp>
      <p:sp>
        <p:nvSpPr>
          <p:cNvPr id="19" name="Rectangle 18"/>
          <p:cNvSpPr/>
          <p:nvPr/>
        </p:nvSpPr>
        <p:spPr bwMode="auto">
          <a:xfrm>
            <a:off x="1540782" y="0"/>
            <a:ext cx="310878" cy="82296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a:p>
        </p:txBody>
      </p:sp>
      <p:sp>
        <p:nvSpPr>
          <p:cNvPr id="11" name="Straight Connector 10"/>
          <p:cNvSpPr>
            <a:spLocks noChangeShapeType="1"/>
          </p:cNvSpPr>
          <p:nvPr/>
        </p:nvSpPr>
        <p:spPr bwMode="auto">
          <a:xfrm>
            <a:off x="143564" y="0"/>
            <a:ext cx="0" cy="82296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8" name="Straight Connector 17"/>
          <p:cNvSpPr>
            <a:spLocks noChangeShapeType="1"/>
          </p:cNvSpPr>
          <p:nvPr/>
        </p:nvSpPr>
        <p:spPr bwMode="auto">
          <a:xfrm>
            <a:off x="1234440" y="0"/>
            <a:ext cx="0" cy="82296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20" name="Straight Connector 19"/>
          <p:cNvSpPr>
            <a:spLocks noChangeShapeType="1"/>
          </p:cNvSpPr>
          <p:nvPr/>
        </p:nvSpPr>
        <p:spPr bwMode="auto">
          <a:xfrm>
            <a:off x="1153051" y="0"/>
            <a:ext cx="0" cy="82296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6" name="Straight Connector 15"/>
          <p:cNvSpPr>
            <a:spLocks noChangeShapeType="1"/>
          </p:cNvSpPr>
          <p:nvPr/>
        </p:nvSpPr>
        <p:spPr bwMode="auto">
          <a:xfrm>
            <a:off x="2330964" y="0"/>
            <a:ext cx="0" cy="82296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5" name="Straight Connector 14"/>
          <p:cNvSpPr>
            <a:spLocks noChangeShapeType="1"/>
          </p:cNvSpPr>
          <p:nvPr/>
        </p:nvSpPr>
        <p:spPr bwMode="auto">
          <a:xfrm>
            <a:off x="1440180" y="0"/>
            <a:ext cx="0" cy="82296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22" name="Straight Connector 21"/>
          <p:cNvSpPr>
            <a:spLocks noChangeShapeType="1"/>
          </p:cNvSpPr>
          <p:nvPr/>
        </p:nvSpPr>
        <p:spPr bwMode="auto">
          <a:xfrm>
            <a:off x="12303706" y="0"/>
            <a:ext cx="0" cy="82296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27" name="Rectangle 26"/>
          <p:cNvSpPr/>
          <p:nvPr/>
        </p:nvSpPr>
        <p:spPr bwMode="auto">
          <a:xfrm>
            <a:off x="1645920" y="0"/>
            <a:ext cx="102870" cy="82296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1" name="Oval 20"/>
          <p:cNvSpPr/>
          <p:nvPr/>
        </p:nvSpPr>
        <p:spPr bwMode="auto">
          <a:xfrm>
            <a:off x="822960" y="4114800"/>
            <a:ext cx="1748790" cy="155448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3" name="Oval 22"/>
          <p:cNvSpPr/>
          <p:nvPr/>
        </p:nvSpPr>
        <p:spPr bwMode="auto">
          <a:xfrm>
            <a:off x="1768003" y="5840102"/>
            <a:ext cx="865922" cy="769709"/>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4" name="Oval 23"/>
          <p:cNvSpPr/>
          <p:nvPr/>
        </p:nvSpPr>
        <p:spPr bwMode="auto">
          <a:xfrm>
            <a:off x="1472958" y="6600758"/>
            <a:ext cx="185166" cy="164592"/>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6" name="Oval 25"/>
          <p:cNvSpPr/>
          <p:nvPr/>
        </p:nvSpPr>
        <p:spPr bwMode="auto">
          <a:xfrm>
            <a:off x="2246681" y="6945782"/>
            <a:ext cx="370332" cy="329184"/>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5" name="Oval 24"/>
          <p:cNvSpPr/>
          <p:nvPr/>
        </p:nvSpPr>
        <p:spPr>
          <a:xfrm>
            <a:off x="2571750" y="5394960"/>
            <a:ext cx="493776" cy="438912"/>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789484" y="5914442"/>
            <a:ext cx="822960" cy="621029"/>
          </a:xfrm>
        </p:spPr>
        <p:txBody>
          <a:bodyPr/>
          <a:lstStyle/>
          <a:p>
            <a:fld id="{D00F2BB5-C9E2-4BE9-8113-0D44C5CC9709}"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17220" y="1920240"/>
            <a:ext cx="10081260" cy="584850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F09356D8-EC19-47B6-953E-B82B8737B737}" type="datetimeFigureOut">
              <a:rPr lang="en-US" smtClean="0"/>
              <a:t>5/24/2026</a:t>
            </a:fld>
            <a:endParaRPr lang="en-US"/>
          </a:p>
        </p:txBody>
      </p:sp>
      <p:sp>
        <p:nvSpPr>
          <p:cNvPr id="9" name="Slide Number Placeholder 8"/>
          <p:cNvSpPr>
            <a:spLocks noGrp="1"/>
          </p:cNvSpPr>
          <p:nvPr>
            <p:ph type="sldNum" sz="quarter" idx="15"/>
          </p:nvPr>
        </p:nvSpPr>
        <p:spPr/>
        <p:txBody>
          <a:bodyPr rtlCol="0"/>
          <a:lstStyle/>
          <a:p>
            <a:fld id="{D00F2BB5-C9E2-4BE9-8113-0D44C5CC9709}"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86100" y="3474720"/>
            <a:ext cx="8332470" cy="2464308"/>
          </a:xfrm>
        </p:spPr>
        <p:txBody>
          <a:bodyPr/>
          <a:lstStyle>
            <a:lvl1pPr algn="l">
              <a:buNone/>
              <a:defRPr sz="3900" b="1" cap="small" baseline="0"/>
            </a:lvl1pPr>
          </a:lstStyle>
          <a:p>
            <a:r>
              <a:rPr kumimoji="0" lang="en-US"/>
              <a:t>Click to edit Master title style</a:t>
            </a:r>
          </a:p>
        </p:txBody>
      </p:sp>
      <p:sp>
        <p:nvSpPr>
          <p:cNvPr id="3" name="Text Placeholder 2"/>
          <p:cNvSpPr>
            <a:spLocks noGrp="1"/>
          </p:cNvSpPr>
          <p:nvPr>
            <p:ph type="body" idx="1"/>
          </p:nvPr>
        </p:nvSpPr>
        <p:spPr>
          <a:xfrm>
            <a:off x="3086100" y="6012180"/>
            <a:ext cx="8332470" cy="1645920"/>
          </a:xfrm>
        </p:spPr>
        <p:txBody>
          <a:bodyPr anchor="t"/>
          <a:lstStyle>
            <a:lvl1pPr marL="0" indent="0">
              <a:buNone/>
              <a:defRPr sz="2300" b="1">
                <a:solidFill>
                  <a:schemeClr val="tx2"/>
                </a:solidFill>
              </a:defRPr>
            </a:lvl1pPr>
            <a:lvl2pPr>
              <a:buNone/>
              <a:defRPr sz="2300">
                <a:solidFill>
                  <a:schemeClr val="tx1">
                    <a:tint val="75000"/>
                  </a:schemeClr>
                </a:solidFill>
              </a:defRPr>
            </a:lvl2pPr>
            <a:lvl3pPr>
              <a:buNone/>
              <a:defRPr sz="2100">
                <a:solidFill>
                  <a:schemeClr val="tx1">
                    <a:tint val="75000"/>
                  </a:schemeClr>
                </a:solidFill>
              </a:defRPr>
            </a:lvl3pPr>
            <a:lvl4pPr>
              <a:buNone/>
              <a:defRPr sz="1800">
                <a:solidFill>
                  <a:schemeClr val="tx1">
                    <a:tint val="75000"/>
                  </a:schemeClr>
                </a:solidFill>
              </a:defRPr>
            </a:lvl4pPr>
            <a:lvl5pPr>
              <a:buNone/>
              <a:defRPr sz="18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651846" y="1375943"/>
            <a:ext cx="2743200" cy="514350"/>
          </a:xfrm>
        </p:spPr>
        <p:txBody>
          <a:bodyPr/>
          <a:lstStyle/>
          <a:p>
            <a:fld id="{F09356D8-EC19-47B6-953E-B82B8737B737}" type="datetimeFigureOut">
              <a:rPr lang="en-US" smtClean="0"/>
              <a:t>5/24/2026</a:t>
            </a:fld>
            <a:endParaRPr lang="en-US"/>
          </a:p>
        </p:txBody>
      </p:sp>
      <p:sp>
        <p:nvSpPr>
          <p:cNvPr id="5" name="Footer Placeholder 4"/>
          <p:cNvSpPr>
            <a:spLocks noGrp="1"/>
          </p:cNvSpPr>
          <p:nvPr>
            <p:ph type="ftr" sz="quarter" idx="11"/>
          </p:nvPr>
        </p:nvSpPr>
        <p:spPr bwMode="auto">
          <a:xfrm rot="5400000">
            <a:off x="9828886" y="4985766"/>
            <a:ext cx="4389120" cy="518465"/>
          </a:xfrm>
        </p:spPr>
        <p:txBody>
          <a:bodyPr/>
          <a:lstStyle/>
          <a:p>
            <a:endParaRPr lang="en-US"/>
          </a:p>
        </p:txBody>
      </p:sp>
      <p:sp>
        <p:nvSpPr>
          <p:cNvPr id="9" name="Rectangle 8"/>
          <p:cNvSpPr/>
          <p:nvPr/>
        </p:nvSpPr>
        <p:spPr bwMode="auto">
          <a:xfrm>
            <a:off x="514350" y="0"/>
            <a:ext cx="822960" cy="82296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a:p>
        </p:txBody>
      </p:sp>
      <p:sp>
        <p:nvSpPr>
          <p:cNvPr id="10" name="Rectangle 9"/>
          <p:cNvSpPr/>
          <p:nvPr/>
        </p:nvSpPr>
        <p:spPr bwMode="auto">
          <a:xfrm>
            <a:off x="373054" y="0"/>
            <a:ext cx="141296" cy="82296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a:p>
        </p:txBody>
      </p:sp>
      <p:sp>
        <p:nvSpPr>
          <p:cNvPr id="11" name="Rectangle 10"/>
          <p:cNvSpPr/>
          <p:nvPr/>
        </p:nvSpPr>
        <p:spPr bwMode="auto">
          <a:xfrm>
            <a:off x="1337310" y="0"/>
            <a:ext cx="245527" cy="82296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a:p>
        </p:txBody>
      </p:sp>
      <p:sp>
        <p:nvSpPr>
          <p:cNvPr id="12" name="Rectangle 11"/>
          <p:cNvSpPr/>
          <p:nvPr/>
        </p:nvSpPr>
        <p:spPr bwMode="auto">
          <a:xfrm>
            <a:off x="1540782" y="0"/>
            <a:ext cx="310878" cy="82296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a:p>
        </p:txBody>
      </p:sp>
      <p:sp>
        <p:nvSpPr>
          <p:cNvPr id="13" name="Straight Connector 12"/>
          <p:cNvSpPr>
            <a:spLocks noChangeShapeType="1"/>
          </p:cNvSpPr>
          <p:nvPr/>
        </p:nvSpPr>
        <p:spPr bwMode="auto">
          <a:xfrm>
            <a:off x="143564" y="0"/>
            <a:ext cx="0" cy="82296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4" name="Straight Connector 13"/>
          <p:cNvSpPr>
            <a:spLocks noChangeShapeType="1"/>
          </p:cNvSpPr>
          <p:nvPr/>
        </p:nvSpPr>
        <p:spPr bwMode="auto">
          <a:xfrm>
            <a:off x="1234440" y="0"/>
            <a:ext cx="0" cy="82296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5" name="Straight Connector 14"/>
          <p:cNvSpPr>
            <a:spLocks noChangeShapeType="1"/>
          </p:cNvSpPr>
          <p:nvPr/>
        </p:nvSpPr>
        <p:spPr bwMode="auto">
          <a:xfrm>
            <a:off x="1153051" y="0"/>
            <a:ext cx="0" cy="82296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6" name="Straight Connector 15"/>
          <p:cNvSpPr>
            <a:spLocks noChangeShapeType="1"/>
          </p:cNvSpPr>
          <p:nvPr/>
        </p:nvSpPr>
        <p:spPr bwMode="auto">
          <a:xfrm>
            <a:off x="2330964" y="0"/>
            <a:ext cx="0" cy="82296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7" name="Straight Connector 16"/>
          <p:cNvSpPr>
            <a:spLocks noChangeShapeType="1"/>
          </p:cNvSpPr>
          <p:nvPr/>
        </p:nvSpPr>
        <p:spPr bwMode="auto">
          <a:xfrm>
            <a:off x="1440180" y="0"/>
            <a:ext cx="0" cy="82296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8" name="Rectangle 17"/>
          <p:cNvSpPr/>
          <p:nvPr/>
        </p:nvSpPr>
        <p:spPr bwMode="auto">
          <a:xfrm>
            <a:off x="1645920" y="0"/>
            <a:ext cx="102870" cy="82296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19" name="Oval 18"/>
          <p:cNvSpPr/>
          <p:nvPr/>
        </p:nvSpPr>
        <p:spPr bwMode="auto">
          <a:xfrm>
            <a:off x="822960" y="4114800"/>
            <a:ext cx="1748790" cy="155448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0" name="Oval 19"/>
          <p:cNvSpPr/>
          <p:nvPr/>
        </p:nvSpPr>
        <p:spPr bwMode="auto">
          <a:xfrm>
            <a:off x="1788351" y="5840102"/>
            <a:ext cx="865922" cy="769709"/>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1" name="Oval 20"/>
          <p:cNvSpPr/>
          <p:nvPr/>
        </p:nvSpPr>
        <p:spPr bwMode="auto">
          <a:xfrm>
            <a:off x="1472958" y="6600758"/>
            <a:ext cx="185166" cy="164592"/>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2" name="Oval 21"/>
          <p:cNvSpPr/>
          <p:nvPr/>
        </p:nvSpPr>
        <p:spPr bwMode="auto">
          <a:xfrm>
            <a:off x="2246681" y="6949440"/>
            <a:ext cx="370332" cy="329184"/>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3" name="Oval 22"/>
          <p:cNvSpPr/>
          <p:nvPr/>
        </p:nvSpPr>
        <p:spPr bwMode="auto">
          <a:xfrm>
            <a:off x="2536704" y="5375866"/>
            <a:ext cx="493776" cy="438912"/>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6" name="Straight Connector 25"/>
          <p:cNvSpPr>
            <a:spLocks noChangeShapeType="1"/>
          </p:cNvSpPr>
          <p:nvPr/>
        </p:nvSpPr>
        <p:spPr bwMode="auto">
          <a:xfrm>
            <a:off x="12282224" y="0"/>
            <a:ext cx="0" cy="82296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6" name="Slide Number Placeholder 5"/>
          <p:cNvSpPr>
            <a:spLocks noGrp="1"/>
          </p:cNvSpPr>
          <p:nvPr>
            <p:ph type="sldNum" sz="quarter" idx="12"/>
          </p:nvPr>
        </p:nvSpPr>
        <p:spPr bwMode="auto">
          <a:xfrm>
            <a:off x="1809832" y="5914442"/>
            <a:ext cx="822960" cy="621029"/>
          </a:xfrm>
        </p:spPr>
        <p:txBody>
          <a:bodyPr/>
          <a:lstStyle/>
          <a:p>
            <a:fld id="{D00F2BB5-C9E2-4BE9-8113-0D44C5CC9709}"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F09356D8-EC19-47B6-953E-B82B8737B737}"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0F2BB5-C9E2-4BE9-8113-0D44C5CC9709}" type="slidenum">
              <a:rPr lang="en-US" smtClean="0"/>
              <a:t>‹#›</a:t>
            </a:fld>
            <a:endParaRPr lang="en-US"/>
          </a:p>
        </p:txBody>
      </p:sp>
      <p:sp>
        <p:nvSpPr>
          <p:cNvPr id="9" name="Content Placeholder 8"/>
          <p:cNvSpPr>
            <a:spLocks noGrp="1"/>
          </p:cNvSpPr>
          <p:nvPr>
            <p:ph sz="quarter" idx="1"/>
          </p:nvPr>
        </p:nvSpPr>
        <p:spPr>
          <a:xfrm>
            <a:off x="617220" y="1920240"/>
            <a:ext cx="4937760" cy="5486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764835" y="1920240"/>
            <a:ext cx="4937760" cy="5486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7220" y="327660"/>
            <a:ext cx="10184130" cy="13716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F09356D8-EC19-47B6-953E-B82B8737B737}"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0F2BB5-C9E2-4BE9-8113-0D44C5CC9709}" type="slidenum">
              <a:rPr lang="en-US" smtClean="0"/>
              <a:t>‹#›</a:t>
            </a:fld>
            <a:endParaRPr lang="en-US"/>
          </a:p>
        </p:txBody>
      </p:sp>
      <p:sp>
        <p:nvSpPr>
          <p:cNvPr id="11" name="Content Placeholder 10"/>
          <p:cNvSpPr>
            <a:spLocks noGrp="1"/>
          </p:cNvSpPr>
          <p:nvPr>
            <p:ph sz="quarter" idx="2"/>
          </p:nvPr>
        </p:nvSpPr>
        <p:spPr>
          <a:xfrm>
            <a:off x="617220" y="2834640"/>
            <a:ext cx="4937760" cy="466344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902166" y="2834640"/>
            <a:ext cx="4937760" cy="466344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17220" y="1883664"/>
            <a:ext cx="4937760" cy="790042"/>
          </a:xfrm>
          <a:prstGeom prst="roundRect">
            <a:avLst>
              <a:gd name="adj" fmla="val 16667"/>
            </a:avLst>
          </a:prstGeom>
          <a:solidFill>
            <a:schemeClr val="accent1"/>
          </a:solidFill>
        </p:spPr>
        <p:txBody>
          <a:bodyPr rtlCol="0" anchor="ctr">
            <a:noAutofit/>
          </a:bodyPr>
          <a:lstStyle>
            <a:lvl1pPr marL="0" indent="0">
              <a:buFontTx/>
              <a:buNone/>
              <a:defRPr sz="26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863590" y="1883664"/>
            <a:ext cx="4937760" cy="790042"/>
          </a:xfrm>
          <a:prstGeom prst="roundRect">
            <a:avLst>
              <a:gd name="adj" fmla="val 16667"/>
            </a:avLst>
          </a:prstGeom>
          <a:solidFill>
            <a:schemeClr val="accent1"/>
          </a:solidFill>
        </p:spPr>
        <p:txBody>
          <a:bodyPr rtlCol="0" anchor="ctr">
            <a:noAutofit/>
          </a:bodyPr>
          <a:lstStyle>
            <a:lvl1pPr marL="0" indent="0">
              <a:buFontTx/>
              <a:buNone/>
              <a:defRPr sz="26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F09356D8-EC19-47B6-953E-B82B8737B737}" type="datetimeFigureOut">
              <a:rPr lang="en-US" smtClean="0"/>
              <a:t>5/24/2026</a:t>
            </a:fld>
            <a:endParaRPr lang="en-US"/>
          </a:p>
        </p:txBody>
      </p:sp>
      <p:sp>
        <p:nvSpPr>
          <p:cNvPr id="7" name="Slide Number Placeholder 6"/>
          <p:cNvSpPr>
            <a:spLocks noGrp="1"/>
          </p:cNvSpPr>
          <p:nvPr>
            <p:ph type="sldNum" sz="quarter" idx="11"/>
          </p:nvPr>
        </p:nvSpPr>
        <p:spPr/>
        <p:txBody>
          <a:bodyPr rtlCol="0"/>
          <a:lstStyle/>
          <a:p>
            <a:fld id="{D00F2BB5-C9E2-4BE9-8113-0D44C5CC9709}"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9356D8-EC19-47B6-953E-B82B8737B737}" type="datetimeFigureOut">
              <a:rPr lang="en-US" smtClean="0"/>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0F2BB5-C9E2-4BE9-8113-0D44C5CC970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830050" y="0"/>
            <a:ext cx="0" cy="82296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117564" tIns="58782" rIns="117564" bIns="58782" anchor="t" compatLnSpc="1"/>
          <a:lstStyle/>
          <a:p>
            <a:endParaRPr kumimoji="0" lang="en-US" dirty="0"/>
          </a:p>
        </p:txBody>
      </p:sp>
      <p:sp>
        <p:nvSpPr>
          <p:cNvPr id="2" name="Title 1"/>
          <p:cNvSpPr>
            <a:spLocks noGrp="1"/>
          </p:cNvSpPr>
          <p:nvPr>
            <p:ph type="title"/>
          </p:nvPr>
        </p:nvSpPr>
        <p:spPr>
          <a:xfrm rot="5400000">
            <a:off x="5025200" y="3806190"/>
            <a:ext cx="7571232" cy="617220"/>
          </a:xfrm>
        </p:spPr>
        <p:txBody>
          <a:bodyPr anchor="b"/>
          <a:lstStyle>
            <a:lvl1pPr algn="l">
              <a:buNone/>
              <a:defRPr sz="2600" b="1" cap="small" baseline="0"/>
            </a:lvl1pPr>
          </a:lstStyle>
          <a:p>
            <a:r>
              <a:rPr kumimoji="0" lang="en-US"/>
              <a:t>Click to edit Master title style</a:t>
            </a:r>
          </a:p>
        </p:txBody>
      </p:sp>
      <p:sp>
        <p:nvSpPr>
          <p:cNvPr id="3" name="Text Placeholder 2"/>
          <p:cNvSpPr>
            <a:spLocks noGrp="1"/>
          </p:cNvSpPr>
          <p:nvPr>
            <p:ph type="body" idx="2"/>
          </p:nvPr>
        </p:nvSpPr>
        <p:spPr>
          <a:xfrm>
            <a:off x="9196578" y="329184"/>
            <a:ext cx="2061515" cy="5980176"/>
          </a:xfrm>
        </p:spPr>
        <p:txBody>
          <a:bodyPr/>
          <a:lstStyle>
            <a:lvl1pPr marL="0" indent="0">
              <a:spcBef>
                <a:spcPts val="515"/>
              </a:spcBef>
              <a:spcAft>
                <a:spcPts val="1285"/>
              </a:spcAft>
              <a:buNone/>
              <a:defRPr sz="1500"/>
            </a:lvl1pPr>
            <a:lvl2pPr>
              <a:buNone/>
              <a:defRPr sz="1500"/>
            </a:lvl2pPr>
            <a:lvl3pPr>
              <a:buNone/>
              <a:defRPr sz="1300"/>
            </a:lvl3pPr>
            <a:lvl4pPr>
              <a:buNone/>
              <a:defRPr sz="1200"/>
            </a:lvl4pPr>
            <a:lvl5pPr>
              <a:buNone/>
              <a:defRPr sz="12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435340" y="0"/>
            <a:ext cx="0" cy="82296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117564" tIns="58782" rIns="117564" bIns="58782" anchor="t" compatLnSpc="1"/>
          <a:lstStyle/>
          <a:p>
            <a:endParaRPr kumimoji="0" lang="en-US" dirty="0"/>
          </a:p>
        </p:txBody>
      </p:sp>
      <p:sp>
        <p:nvSpPr>
          <p:cNvPr id="9" name="Straight Connector 8"/>
          <p:cNvSpPr>
            <a:spLocks noChangeShapeType="1"/>
          </p:cNvSpPr>
          <p:nvPr/>
        </p:nvSpPr>
        <p:spPr bwMode="auto">
          <a:xfrm>
            <a:off x="8359600" y="0"/>
            <a:ext cx="0" cy="8229600"/>
          </a:xfrm>
          <a:prstGeom prst="line">
            <a:avLst/>
          </a:prstGeom>
          <a:noFill/>
          <a:ln w="12700" cap="flat" cmpd="sng" algn="ctr">
            <a:solidFill>
              <a:schemeClr val="accent1"/>
            </a:solidFill>
            <a:prstDash val="solid"/>
            <a:round/>
            <a:headEnd type="none" w="med" len="med"/>
            <a:tailEnd type="none" w="med" len="med"/>
          </a:ln>
          <a:effectLst/>
        </p:spPr>
        <p:txBody>
          <a:bodyPr vert="horz" wrap="square" lIns="117564" tIns="58782" rIns="117564" bIns="58782" anchor="t" compatLnSpc="1"/>
          <a:lstStyle/>
          <a:p>
            <a:endParaRPr kumimoji="0" lang="en-US" dirty="0"/>
          </a:p>
        </p:txBody>
      </p:sp>
      <p:sp>
        <p:nvSpPr>
          <p:cNvPr id="11" name="Straight Connector 10"/>
          <p:cNvSpPr>
            <a:spLocks noChangeShapeType="1"/>
          </p:cNvSpPr>
          <p:nvPr/>
        </p:nvSpPr>
        <p:spPr bwMode="auto">
          <a:xfrm>
            <a:off x="12138660" y="0"/>
            <a:ext cx="0" cy="8229600"/>
          </a:xfrm>
          <a:prstGeom prst="line">
            <a:avLst/>
          </a:prstGeom>
          <a:noFill/>
          <a:ln w="19050" cap="flat" cmpd="sng" algn="ctr">
            <a:solidFill>
              <a:schemeClr val="accent1"/>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2" name="Rectangle 11"/>
          <p:cNvSpPr/>
          <p:nvPr/>
        </p:nvSpPr>
        <p:spPr bwMode="auto">
          <a:xfrm>
            <a:off x="11932920" y="0"/>
            <a:ext cx="411480" cy="82296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a:p>
        </p:txBody>
      </p:sp>
      <p:sp>
        <p:nvSpPr>
          <p:cNvPr id="13" name="Straight Connector 12"/>
          <p:cNvSpPr>
            <a:spLocks noChangeShapeType="1"/>
          </p:cNvSpPr>
          <p:nvPr/>
        </p:nvSpPr>
        <p:spPr bwMode="auto">
          <a:xfrm>
            <a:off x="12035790" y="0"/>
            <a:ext cx="0" cy="8229600"/>
          </a:xfrm>
          <a:prstGeom prst="line">
            <a:avLst/>
          </a:prstGeom>
          <a:noFill/>
          <a:ln w="9525" cap="flat" cmpd="sng" algn="ctr">
            <a:solidFill>
              <a:schemeClr val="accent1"/>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4" name="Oval 13"/>
          <p:cNvSpPr/>
          <p:nvPr/>
        </p:nvSpPr>
        <p:spPr>
          <a:xfrm>
            <a:off x="11011205" y="6858000"/>
            <a:ext cx="740664" cy="658368"/>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18" name="Content Placeholder 17"/>
          <p:cNvSpPr>
            <a:spLocks noGrp="1"/>
          </p:cNvSpPr>
          <p:nvPr>
            <p:ph sz="quarter" idx="1"/>
          </p:nvPr>
        </p:nvSpPr>
        <p:spPr>
          <a:xfrm>
            <a:off x="411480" y="329184"/>
            <a:ext cx="7612380" cy="759317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F09356D8-EC19-47B6-953E-B82B8737B737}" type="datetimeFigureOut">
              <a:rPr lang="en-US" smtClean="0"/>
              <a:t>5/24/2026</a:t>
            </a:fld>
            <a:endParaRPr lang="en-US"/>
          </a:p>
        </p:txBody>
      </p:sp>
      <p:sp>
        <p:nvSpPr>
          <p:cNvPr id="22" name="Slide Number Placeholder 21"/>
          <p:cNvSpPr>
            <a:spLocks noGrp="1"/>
          </p:cNvSpPr>
          <p:nvPr>
            <p:ph type="sldNum" sz="quarter" idx="15"/>
          </p:nvPr>
        </p:nvSpPr>
        <p:spPr/>
        <p:txBody>
          <a:bodyPr rtlCol="0"/>
          <a:lstStyle/>
          <a:p>
            <a:fld id="{D00F2BB5-C9E2-4BE9-8113-0D44C5CC9709}"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830050" y="0"/>
            <a:ext cx="0" cy="82296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3" name="Oval 12"/>
          <p:cNvSpPr/>
          <p:nvPr/>
        </p:nvSpPr>
        <p:spPr>
          <a:xfrm>
            <a:off x="11011205" y="6858000"/>
            <a:ext cx="740664" cy="658368"/>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 name="Title 1"/>
          <p:cNvSpPr>
            <a:spLocks noGrp="1"/>
          </p:cNvSpPr>
          <p:nvPr>
            <p:ph type="title"/>
          </p:nvPr>
        </p:nvSpPr>
        <p:spPr>
          <a:xfrm rot="5400000">
            <a:off x="4995882" y="3806190"/>
            <a:ext cx="7571232" cy="617220"/>
          </a:xfrm>
        </p:spPr>
        <p:txBody>
          <a:bodyPr anchor="b"/>
          <a:lstStyle>
            <a:lvl1pPr algn="l">
              <a:buNone/>
              <a:defRPr sz="2600" b="1"/>
            </a:lvl1pPr>
          </a:lstStyle>
          <a:p>
            <a:r>
              <a:rPr kumimoji="0" lang="en-US"/>
              <a:t>Click to edit Master title style</a:t>
            </a:r>
          </a:p>
        </p:txBody>
      </p:sp>
      <p:sp>
        <p:nvSpPr>
          <p:cNvPr id="3" name="Picture Placeholder 2"/>
          <p:cNvSpPr>
            <a:spLocks noGrp="1"/>
          </p:cNvSpPr>
          <p:nvPr>
            <p:ph type="pic" idx="1"/>
          </p:nvPr>
        </p:nvSpPr>
        <p:spPr>
          <a:xfrm>
            <a:off x="0" y="0"/>
            <a:ext cx="8332470" cy="82296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41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133827" y="317754"/>
            <a:ext cx="2057400" cy="5947258"/>
          </a:xfrm>
        </p:spPr>
        <p:txBody>
          <a:bodyPr rot="0" spcFirstLastPara="0" vertOverflow="overflow" horzOverflow="overflow" vert="horz" wrap="square" lIns="117564" tIns="58782" rIns="117564" bIns="58782" numCol="1" spcCol="352693" rtlCol="0" fromWordArt="0" anchor="t" anchorCtr="0" forceAA="0" compatLnSpc="1">
            <a:normAutofit/>
          </a:bodyPr>
          <a:lstStyle>
            <a:lvl1pPr marL="0" indent="0">
              <a:spcBef>
                <a:spcPts val="130"/>
              </a:spcBef>
              <a:spcAft>
                <a:spcPts val="515"/>
              </a:spcAft>
              <a:buFontTx/>
              <a:buNone/>
              <a:defRPr sz="1500"/>
            </a:lvl1pPr>
            <a:lvl2pPr>
              <a:defRPr sz="1500"/>
            </a:lvl2pPr>
            <a:lvl3pPr>
              <a:defRPr sz="1300"/>
            </a:lvl3pPr>
            <a:lvl4pPr>
              <a:defRPr sz="1200"/>
            </a:lvl4pPr>
            <a:lvl5pPr>
              <a:defRPr sz="12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2138660" y="0"/>
            <a:ext cx="0" cy="8229600"/>
          </a:xfrm>
          <a:prstGeom prst="line">
            <a:avLst/>
          </a:prstGeom>
          <a:noFill/>
          <a:ln w="9525" cap="flat" cmpd="sng" algn="ctr">
            <a:solidFill>
              <a:schemeClr val="tx1"/>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1" name="Rectangle 10"/>
          <p:cNvSpPr/>
          <p:nvPr/>
        </p:nvSpPr>
        <p:spPr bwMode="auto">
          <a:xfrm>
            <a:off x="11932920" y="0"/>
            <a:ext cx="411480" cy="82296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a:p>
        </p:txBody>
      </p:sp>
      <p:sp>
        <p:nvSpPr>
          <p:cNvPr id="12" name="Straight Connector 11"/>
          <p:cNvSpPr>
            <a:spLocks noChangeShapeType="1"/>
          </p:cNvSpPr>
          <p:nvPr/>
        </p:nvSpPr>
        <p:spPr bwMode="auto">
          <a:xfrm>
            <a:off x="12035790" y="0"/>
            <a:ext cx="0" cy="8229600"/>
          </a:xfrm>
          <a:prstGeom prst="line">
            <a:avLst/>
          </a:prstGeom>
          <a:noFill/>
          <a:ln w="9525" cap="flat" cmpd="sng" algn="ctr">
            <a:solidFill>
              <a:schemeClr val="accent1"/>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9" name="Straight Connector 18"/>
          <p:cNvSpPr>
            <a:spLocks noChangeShapeType="1"/>
          </p:cNvSpPr>
          <p:nvPr/>
        </p:nvSpPr>
        <p:spPr bwMode="auto">
          <a:xfrm>
            <a:off x="8435340" y="0"/>
            <a:ext cx="0" cy="82296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117564" tIns="58782" rIns="117564" bIns="58782" anchor="t" compatLnSpc="1"/>
          <a:lstStyle/>
          <a:p>
            <a:endParaRPr kumimoji="0" lang="en-US" dirty="0"/>
          </a:p>
        </p:txBody>
      </p:sp>
      <p:sp>
        <p:nvSpPr>
          <p:cNvPr id="20" name="Straight Connector 19"/>
          <p:cNvSpPr>
            <a:spLocks noChangeShapeType="1"/>
          </p:cNvSpPr>
          <p:nvPr/>
        </p:nvSpPr>
        <p:spPr bwMode="auto">
          <a:xfrm>
            <a:off x="8359600" y="0"/>
            <a:ext cx="0" cy="8229600"/>
          </a:xfrm>
          <a:prstGeom prst="line">
            <a:avLst/>
          </a:prstGeom>
          <a:noFill/>
          <a:ln w="12700" cap="flat" cmpd="sng" algn="ctr">
            <a:solidFill>
              <a:schemeClr val="accent1"/>
            </a:solidFill>
            <a:prstDash val="solid"/>
            <a:round/>
            <a:headEnd type="none" w="med" len="med"/>
            <a:tailEnd type="none" w="med" len="med"/>
          </a:ln>
          <a:effectLst/>
        </p:spPr>
        <p:txBody>
          <a:bodyPr vert="horz" wrap="square" lIns="117564" tIns="58782" rIns="117564" bIns="58782" anchor="t" compatLnSpc="1"/>
          <a:lstStyle/>
          <a:p>
            <a:endParaRPr kumimoji="0" lang="en-US" dirty="0"/>
          </a:p>
        </p:txBody>
      </p:sp>
      <p:sp>
        <p:nvSpPr>
          <p:cNvPr id="17" name="Date Placeholder 16"/>
          <p:cNvSpPr>
            <a:spLocks noGrp="1"/>
          </p:cNvSpPr>
          <p:nvPr>
            <p:ph type="dt" sz="half" idx="10"/>
          </p:nvPr>
        </p:nvSpPr>
        <p:spPr/>
        <p:txBody>
          <a:bodyPr rtlCol="0"/>
          <a:lstStyle/>
          <a:p>
            <a:fld id="{F09356D8-EC19-47B6-953E-B82B8737B737}" type="datetimeFigureOut">
              <a:rPr lang="en-US" smtClean="0"/>
              <a:t>5/24/2026</a:t>
            </a:fld>
            <a:endParaRPr lang="en-US"/>
          </a:p>
        </p:txBody>
      </p:sp>
      <p:sp>
        <p:nvSpPr>
          <p:cNvPr id="18" name="Slide Number Placeholder 17"/>
          <p:cNvSpPr>
            <a:spLocks noGrp="1"/>
          </p:cNvSpPr>
          <p:nvPr>
            <p:ph type="sldNum" sz="quarter" idx="11"/>
          </p:nvPr>
        </p:nvSpPr>
        <p:spPr/>
        <p:txBody>
          <a:bodyPr rtlCol="0"/>
          <a:lstStyle/>
          <a:p>
            <a:fld id="{D00F2BB5-C9E2-4BE9-8113-0D44C5CC9709}"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09356D8-EC19-47B6-953E-B82B8737B737}"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0F2BB5-C9E2-4BE9-8113-0D44C5CC970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49690" y="329567"/>
            <a:ext cx="2263140" cy="702183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17220" y="329566"/>
            <a:ext cx="8126730" cy="702183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09356D8-EC19-47B6-953E-B82B8737B737}"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0F2BB5-C9E2-4BE9-8113-0D44C5CC970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09356D8-EC19-47B6-953E-B82B8737B737}"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0F2BB5-C9E2-4BE9-8113-0D44C5CC970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830050" y="0"/>
            <a:ext cx="0" cy="82296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117564" tIns="58782" rIns="117564" bIns="58782" anchor="t" compatLnSpc="1"/>
          <a:lstStyle/>
          <a:p>
            <a:endParaRPr kumimoji="0" lang="en-US" dirty="0"/>
          </a:p>
        </p:txBody>
      </p:sp>
      <p:sp>
        <p:nvSpPr>
          <p:cNvPr id="22" name="Title Placeholder 21"/>
          <p:cNvSpPr>
            <a:spLocks noGrp="1"/>
          </p:cNvSpPr>
          <p:nvPr>
            <p:ph type="title"/>
          </p:nvPr>
        </p:nvSpPr>
        <p:spPr>
          <a:xfrm>
            <a:off x="617220" y="329566"/>
            <a:ext cx="10081260" cy="1371600"/>
          </a:xfrm>
          <a:prstGeom prst="rect">
            <a:avLst/>
          </a:prstGeom>
        </p:spPr>
        <p:txBody>
          <a:bodyPr vert="horz" lIns="117564" tIns="58782" rIns="117564" bIns="58782" anchor="b">
            <a:normAutofit/>
          </a:bodyPr>
          <a:lstStyle/>
          <a:p>
            <a:r>
              <a:rPr kumimoji="0" lang="en-US"/>
              <a:t>Click to edit Master title style</a:t>
            </a:r>
          </a:p>
        </p:txBody>
      </p:sp>
      <p:sp>
        <p:nvSpPr>
          <p:cNvPr id="13" name="Text Placeholder 12"/>
          <p:cNvSpPr>
            <a:spLocks noGrp="1"/>
          </p:cNvSpPr>
          <p:nvPr>
            <p:ph type="body" idx="1"/>
          </p:nvPr>
        </p:nvSpPr>
        <p:spPr>
          <a:xfrm>
            <a:off x="617220" y="1920240"/>
            <a:ext cx="10081260" cy="5848502"/>
          </a:xfrm>
          <a:prstGeom prst="rect">
            <a:avLst/>
          </a:prstGeom>
        </p:spPr>
        <p:txBody>
          <a:bodyPr vert="horz" lIns="117564" tIns="58782" rIns="117564" bIns="58782">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396728" y="1269418"/>
            <a:ext cx="2414016" cy="518465"/>
          </a:xfrm>
          <a:prstGeom prst="rect">
            <a:avLst/>
          </a:prstGeom>
        </p:spPr>
        <p:txBody>
          <a:bodyPr vert="horz" lIns="117564" tIns="58782" rIns="117564" bIns="58782" anchor="ctr" anchorCtr="0"/>
          <a:lstStyle>
            <a:lvl1pPr algn="r" eaLnBrk="1" latinLnBrk="0" hangingPunct="1">
              <a:defRPr kumimoji="0" sz="1500">
                <a:solidFill>
                  <a:schemeClr val="tx2"/>
                </a:solidFill>
              </a:defRPr>
            </a:lvl1pPr>
          </a:lstStyle>
          <a:p>
            <a:fld id="{F09356D8-EC19-47B6-953E-B82B8737B737}" type="datetimeFigureOut">
              <a:rPr lang="en-US" smtClean="0"/>
              <a:t>5/24/2026</a:t>
            </a:fld>
            <a:endParaRPr lang="en-US"/>
          </a:p>
        </p:txBody>
      </p:sp>
      <p:sp>
        <p:nvSpPr>
          <p:cNvPr id="3" name="Footer Placeholder 2"/>
          <p:cNvSpPr>
            <a:spLocks noGrp="1"/>
          </p:cNvSpPr>
          <p:nvPr>
            <p:ph type="ftr" sz="quarter" idx="3"/>
          </p:nvPr>
        </p:nvSpPr>
        <p:spPr>
          <a:xfrm rot="5400000">
            <a:off x="9676781" y="4457256"/>
            <a:ext cx="3840480" cy="493776"/>
          </a:xfrm>
          <a:prstGeom prst="rect">
            <a:avLst/>
          </a:prstGeom>
        </p:spPr>
        <p:txBody>
          <a:bodyPr vert="horz" lIns="117564" tIns="58782" rIns="117564" bIns="58782" anchor="ctr" anchorCtr="0"/>
          <a:lstStyle>
            <a:lvl1pPr algn="l" eaLnBrk="1" latinLnBrk="0" hangingPunct="1">
              <a:defRPr kumimoji="0" sz="1500">
                <a:solidFill>
                  <a:schemeClr val="tx2"/>
                </a:solidFill>
              </a:defRPr>
            </a:lvl1pPr>
          </a:lstStyle>
          <a:p>
            <a:endParaRPr lang="en-US"/>
          </a:p>
        </p:txBody>
      </p:sp>
      <p:sp>
        <p:nvSpPr>
          <p:cNvPr id="7" name="Straight Connector 6"/>
          <p:cNvSpPr>
            <a:spLocks noChangeShapeType="1"/>
          </p:cNvSpPr>
          <p:nvPr/>
        </p:nvSpPr>
        <p:spPr bwMode="auto">
          <a:xfrm>
            <a:off x="102870" y="0"/>
            <a:ext cx="0" cy="82296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9" name="Straight Connector 8"/>
          <p:cNvSpPr>
            <a:spLocks noChangeShapeType="1"/>
          </p:cNvSpPr>
          <p:nvPr/>
        </p:nvSpPr>
        <p:spPr bwMode="auto">
          <a:xfrm>
            <a:off x="12138660" y="0"/>
            <a:ext cx="0" cy="8229600"/>
          </a:xfrm>
          <a:prstGeom prst="line">
            <a:avLst/>
          </a:prstGeom>
          <a:noFill/>
          <a:ln w="19050" cap="flat" cmpd="sng" algn="ctr">
            <a:solidFill>
              <a:schemeClr val="accent1"/>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0" name="Rectangle 9"/>
          <p:cNvSpPr/>
          <p:nvPr/>
        </p:nvSpPr>
        <p:spPr bwMode="auto">
          <a:xfrm>
            <a:off x="11932920" y="0"/>
            <a:ext cx="411480" cy="82296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a:p>
        </p:txBody>
      </p:sp>
      <p:sp>
        <p:nvSpPr>
          <p:cNvPr id="11" name="Straight Connector 10"/>
          <p:cNvSpPr>
            <a:spLocks noChangeShapeType="1"/>
          </p:cNvSpPr>
          <p:nvPr/>
        </p:nvSpPr>
        <p:spPr bwMode="auto">
          <a:xfrm>
            <a:off x="12035790" y="0"/>
            <a:ext cx="0" cy="8229600"/>
          </a:xfrm>
          <a:prstGeom prst="line">
            <a:avLst/>
          </a:prstGeom>
          <a:noFill/>
          <a:ln w="9525" cap="flat" cmpd="sng" algn="ctr">
            <a:solidFill>
              <a:schemeClr val="accent1"/>
            </a:solidFill>
            <a:prstDash val="solid"/>
            <a:round/>
            <a:headEnd type="none" w="med" len="med"/>
            <a:tailEnd type="none" w="med" len="med"/>
          </a:ln>
          <a:effectLst/>
        </p:spPr>
        <p:txBody>
          <a:bodyPr vert="horz" wrap="square" lIns="117564" tIns="58782" rIns="117564" bIns="58782" anchor="t" compatLnSpc="1"/>
          <a:lstStyle/>
          <a:p>
            <a:endParaRPr kumimoji="0" lang="en-US"/>
          </a:p>
        </p:txBody>
      </p:sp>
      <p:sp>
        <p:nvSpPr>
          <p:cNvPr id="12" name="Oval 11"/>
          <p:cNvSpPr/>
          <p:nvPr/>
        </p:nvSpPr>
        <p:spPr>
          <a:xfrm>
            <a:off x="11011205" y="6858000"/>
            <a:ext cx="740664" cy="658368"/>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17564" tIns="58782" rIns="117564" bIns="58782"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10974172" y="6880860"/>
            <a:ext cx="822960" cy="625450"/>
          </a:xfrm>
          <a:prstGeom prst="rect">
            <a:avLst/>
          </a:prstGeom>
        </p:spPr>
        <p:txBody>
          <a:bodyPr vert="horz" lIns="117564" tIns="58782" rIns="117564" bIns="58782" anchor="ctr"/>
          <a:lstStyle>
            <a:lvl1pPr algn="ctr" eaLnBrk="1" latinLnBrk="0" hangingPunct="1">
              <a:defRPr kumimoji="0" sz="1800" b="1">
                <a:solidFill>
                  <a:srgbClr val="FFFFFF"/>
                </a:solidFill>
              </a:defRPr>
            </a:lvl1pPr>
          </a:lstStyle>
          <a:p>
            <a:fld id="{D00F2BB5-C9E2-4BE9-8113-0D44C5CC970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1" latinLnBrk="0" hangingPunct="1">
        <a:spcBef>
          <a:spcPct val="0"/>
        </a:spcBef>
        <a:buNone/>
        <a:defRPr kumimoji="0" sz="3900" b="0" kern="1200" cap="small" baseline="0">
          <a:solidFill>
            <a:schemeClr val="tx2"/>
          </a:solidFill>
          <a:latin typeface="+mj-lt"/>
          <a:ea typeface="+mj-ea"/>
          <a:cs typeface="+mj-cs"/>
        </a:defRPr>
      </a:lvl1pPr>
    </p:titleStyle>
    <p:bodyStyle>
      <a:lvl1pPr marL="352425" indent="-352425" algn="l" rtl="0" eaLnBrk="1" latinLnBrk="0" hangingPunct="1">
        <a:spcBef>
          <a:spcPts val="770"/>
        </a:spcBef>
        <a:buClr>
          <a:schemeClr val="accent1"/>
        </a:buClr>
        <a:buSzPct val="70000"/>
        <a:buFont typeface="Wingdings" panose="05000000000000000000"/>
        <a:buChar char=""/>
        <a:defRPr kumimoji="0" sz="3100" kern="1200">
          <a:solidFill>
            <a:schemeClr val="tx1"/>
          </a:solidFill>
          <a:latin typeface="+mn-lt"/>
          <a:ea typeface="+mn-ea"/>
          <a:cs typeface="+mn-cs"/>
        </a:defRPr>
      </a:lvl1pPr>
      <a:lvl2pPr marL="822960" indent="-352425" algn="l" rtl="0" eaLnBrk="1" latinLnBrk="0" hangingPunct="1">
        <a:spcBef>
          <a:spcPct val="20000"/>
        </a:spcBef>
        <a:buClr>
          <a:schemeClr val="accent1"/>
        </a:buClr>
        <a:buSzPct val="80000"/>
        <a:buFont typeface="Wingdings 2" panose="05020102010507070707"/>
        <a:buChar char=""/>
        <a:defRPr kumimoji="0" sz="2700" kern="1200">
          <a:solidFill>
            <a:schemeClr val="tx1"/>
          </a:solidFill>
          <a:latin typeface="+mn-lt"/>
          <a:ea typeface="+mn-ea"/>
          <a:cs typeface="+mn-cs"/>
        </a:defRPr>
      </a:lvl2pPr>
      <a:lvl3pPr marL="1175385" indent="-234950" algn="l" rtl="0" eaLnBrk="1" latinLnBrk="0" hangingPunct="1">
        <a:spcBef>
          <a:spcPct val="20000"/>
        </a:spcBef>
        <a:buClr>
          <a:schemeClr val="accent1">
            <a:shade val="75000"/>
          </a:schemeClr>
        </a:buClr>
        <a:buSzPct val="60000"/>
        <a:buFont typeface="Wingdings" panose="05000000000000000000"/>
        <a:buChar char=""/>
        <a:defRPr kumimoji="0" sz="2300" kern="1200">
          <a:solidFill>
            <a:schemeClr val="tx1"/>
          </a:solidFill>
          <a:latin typeface="+mn-lt"/>
          <a:ea typeface="+mn-ea"/>
          <a:cs typeface="+mn-cs"/>
        </a:defRPr>
      </a:lvl3pPr>
      <a:lvl4pPr marL="1528445" indent="-234950" algn="l" rtl="0" eaLnBrk="1" latinLnBrk="0" hangingPunct="1">
        <a:spcBef>
          <a:spcPct val="20000"/>
        </a:spcBef>
        <a:buClr>
          <a:schemeClr val="accent1">
            <a:tint val="60000"/>
          </a:schemeClr>
        </a:buClr>
        <a:buSzPct val="60000"/>
        <a:buFont typeface="Wingdings" panose="05000000000000000000"/>
        <a:buChar char=""/>
        <a:defRPr kumimoji="0" sz="2300" kern="1200">
          <a:solidFill>
            <a:schemeClr val="tx1"/>
          </a:solidFill>
          <a:latin typeface="+mn-lt"/>
          <a:ea typeface="+mn-ea"/>
          <a:cs typeface="+mn-cs"/>
        </a:defRPr>
      </a:lvl4pPr>
      <a:lvl5pPr marL="1880870" indent="-234950" algn="l" rtl="0" eaLnBrk="1" latinLnBrk="0" hangingPunct="1">
        <a:spcBef>
          <a:spcPct val="20000"/>
        </a:spcBef>
        <a:buClr>
          <a:schemeClr val="accent2">
            <a:tint val="60000"/>
          </a:schemeClr>
        </a:buClr>
        <a:buSzPct val="68000"/>
        <a:buFont typeface="Wingdings 2" panose="05020102010507070707"/>
        <a:buChar char=""/>
        <a:defRPr kumimoji="0" sz="2100" kern="1200">
          <a:solidFill>
            <a:schemeClr val="tx1"/>
          </a:solidFill>
          <a:latin typeface="+mn-lt"/>
          <a:ea typeface="+mn-ea"/>
          <a:cs typeface="+mn-cs"/>
        </a:defRPr>
      </a:lvl5pPr>
      <a:lvl6pPr marL="2233930" indent="-234950" algn="l" rtl="0" eaLnBrk="1" latinLnBrk="0" hangingPunct="1">
        <a:spcBef>
          <a:spcPct val="20000"/>
        </a:spcBef>
        <a:buClr>
          <a:schemeClr val="accent1"/>
        </a:buClr>
        <a:buChar char="•"/>
        <a:defRPr kumimoji="0" sz="2100" kern="1200">
          <a:solidFill>
            <a:schemeClr val="tx2"/>
          </a:solidFill>
          <a:latin typeface="+mn-lt"/>
          <a:ea typeface="+mn-ea"/>
          <a:cs typeface="+mn-cs"/>
        </a:defRPr>
      </a:lvl6pPr>
      <a:lvl7pPr marL="2586355" indent="-234950" algn="l" rtl="0" eaLnBrk="1" latinLnBrk="0" hangingPunct="1">
        <a:spcBef>
          <a:spcPct val="20000"/>
        </a:spcBef>
        <a:buClr>
          <a:schemeClr val="accent1">
            <a:tint val="60000"/>
          </a:schemeClr>
        </a:buClr>
        <a:buSzPct val="60000"/>
        <a:buFont typeface="Wingdings" panose="05000000000000000000"/>
        <a:buChar char=""/>
        <a:defRPr kumimoji="0" sz="1800" kern="1200" baseline="0">
          <a:solidFill>
            <a:schemeClr val="tx2"/>
          </a:solidFill>
          <a:latin typeface="+mn-lt"/>
          <a:ea typeface="+mn-ea"/>
          <a:cs typeface="+mn-cs"/>
        </a:defRPr>
      </a:lvl7pPr>
      <a:lvl8pPr marL="2939415" indent="-234950" algn="l" rtl="0" eaLnBrk="1" latinLnBrk="0" hangingPunct="1">
        <a:spcBef>
          <a:spcPct val="20000"/>
        </a:spcBef>
        <a:buClr>
          <a:schemeClr val="accent2"/>
        </a:buClr>
        <a:buChar char="•"/>
        <a:defRPr kumimoji="0" sz="1800" kern="1200" cap="small" baseline="0">
          <a:solidFill>
            <a:schemeClr val="tx2"/>
          </a:solidFill>
          <a:latin typeface="+mn-lt"/>
          <a:ea typeface="+mn-ea"/>
          <a:cs typeface="+mn-cs"/>
        </a:defRPr>
      </a:lvl8pPr>
      <a:lvl9pPr marL="3291840" indent="-234950" algn="l" rtl="0" eaLnBrk="1" latinLnBrk="0" hangingPunct="1">
        <a:spcBef>
          <a:spcPct val="20000"/>
        </a:spcBef>
        <a:buClr>
          <a:schemeClr val="accent1">
            <a:shade val="75000"/>
          </a:schemeClr>
        </a:buClr>
        <a:buChar char="•"/>
        <a:defRPr kumimoji="0" sz="18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88010" algn="l" rtl="0" eaLnBrk="1" latinLnBrk="0" hangingPunct="1">
        <a:defRPr kumimoji="0" kern="1200">
          <a:solidFill>
            <a:schemeClr val="tx1"/>
          </a:solidFill>
          <a:latin typeface="+mn-lt"/>
          <a:ea typeface="+mn-ea"/>
          <a:cs typeface="+mn-cs"/>
        </a:defRPr>
      </a:lvl2pPr>
      <a:lvl3pPr marL="1175385" algn="l" rtl="0" eaLnBrk="1" latinLnBrk="0" hangingPunct="1">
        <a:defRPr kumimoji="0" kern="1200">
          <a:solidFill>
            <a:schemeClr val="tx1"/>
          </a:solidFill>
          <a:latin typeface="+mn-lt"/>
          <a:ea typeface="+mn-ea"/>
          <a:cs typeface="+mn-cs"/>
        </a:defRPr>
      </a:lvl3pPr>
      <a:lvl4pPr marL="1763395" algn="l" rtl="0" eaLnBrk="1" latinLnBrk="0" hangingPunct="1">
        <a:defRPr kumimoji="0" kern="1200">
          <a:solidFill>
            <a:schemeClr val="tx1"/>
          </a:solidFill>
          <a:latin typeface="+mn-lt"/>
          <a:ea typeface="+mn-ea"/>
          <a:cs typeface="+mn-cs"/>
        </a:defRPr>
      </a:lvl4pPr>
      <a:lvl5pPr marL="2351405" algn="l" rtl="0" eaLnBrk="1" latinLnBrk="0" hangingPunct="1">
        <a:defRPr kumimoji="0" kern="1200">
          <a:solidFill>
            <a:schemeClr val="tx1"/>
          </a:solidFill>
          <a:latin typeface="+mn-lt"/>
          <a:ea typeface="+mn-ea"/>
          <a:cs typeface="+mn-cs"/>
        </a:defRPr>
      </a:lvl5pPr>
      <a:lvl6pPr marL="2939415" algn="l" rtl="0" eaLnBrk="1" latinLnBrk="0" hangingPunct="1">
        <a:defRPr kumimoji="0" kern="1200">
          <a:solidFill>
            <a:schemeClr val="tx1"/>
          </a:solidFill>
          <a:latin typeface="+mn-lt"/>
          <a:ea typeface="+mn-ea"/>
          <a:cs typeface="+mn-cs"/>
        </a:defRPr>
      </a:lvl6pPr>
      <a:lvl7pPr marL="3526790" algn="l" rtl="0" eaLnBrk="1" latinLnBrk="0" hangingPunct="1">
        <a:defRPr kumimoji="0" kern="1200">
          <a:solidFill>
            <a:schemeClr val="tx1"/>
          </a:solidFill>
          <a:latin typeface="+mn-lt"/>
          <a:ea typeface="+mn-ea"/>
          <a:cs typeface="+mn-cs"/>
        </a:defRPr>
      </a:lvl7pPr>
      <a:lvl8pPr marL="4114800" algn="l" rtl="0" eaLnBrk="1" latinLnBrk="0" hangingPunct="1">
        <a:defRPr kumimoji="0" kern="1200">
          <a:solidFill>
            <a:schemeClr val="tx1"/>
          </a:solidFill>
          <a:latin typeface="+mn-lt"/>
          <a:ea typeface="+mn-ea"/>
          <a:cs typeface="+mn-cs"/>
        </a:defRPr>
      </a:lvl8pPr>
      <a:lvl9pPr marL="470281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microsoft.com/office/2007/relationships/hdphoto" Target="../media/hdphoto3.wdp"/></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4" Type="http://schemas.microsoft.com/office/2007/relationships/hdphoto" Target="../media/hdphoto4.wdp"/></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928C7A58-D650-4CF7-359D-32614C1A3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8" name="TextBox 7">
            <a:extLst>
              <a:ext uri="{FF2B5EF4-FFF2-40B4-BE49-F238E27FC236}">
                <a16:creationId xmlns:a16="http://schemas.microsoft.com/office/drawing/2014/main" id="{E343347B-0AFE-3C83-A6C7-F12D0B5802B8}"/>
              </a:ext>
            </a:extLst>
          </p:cNvPr>
          <p:cNvSpPr txBox="1"/>
          <p:nvPr/>
        </p:nvSpPr>
        <p:spPr>
          <a:xfrm>
            <a:off x="4695822" y="3484863"/>
            <a:ext cx="2620542" cy="430887"/>
          </a:xfrm>
          <a:prstGeom prst="rect">
            <a:avLst/>
          </a:prstGeom>
          <a:noFill/>
        </p:spPr>
        <p:txBody>
          <a:bodyPr wrap="square">
            <a:spAutoFit/>
          </a:bodyPr>
          <a:lstStyle/>
          <a:p>
            <a:pPr algn="ctr">
              <a:spcBef>
                <a:spcPts val="25"/>
              </a:spcBef>
              <a:buNone/>
            </a:pPr>
            <a:r>
              <a:rPr lang="en-US" sz="2200" dirty="0">
                <a:effectLst/>
                <a:latin typeface="Times New Roman" panose="02020603050405020304" pitchFamily="18" charset="0"/>
                <a:ea typeface="SimSun" panose="02010600030101010101" pitchFamily="2" charset="-122"/>
                <a:cs typeface="Times New Roman" panose="02020603050405020304" pitchFamily="18" charset="0"/>
              </a:rPr>
              <a:t>Project</a:t>
            </a:r>
            <a:r>
              <a:rPr lang="en-US" sz="2200" spc="-45"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200" dirty="0">
                <a:effectLst/>
                <a:latin typeface="Times New Roman" panose="02020603050405020304" pitchFamily="18" charset="0"/>
                <a:ea typeface="SimSun" panose="02010600030101010101" pitchFamily="2" charset="-122"/>
                <a:cs typeface="Times New Roman" panose="02020603050405020304" pitchFamily="18" charset="0"/>
              </a:rPr>
              <a:t>Report</a:t>
            </a:r>
            <a:r>
              <a:rPr lang="en-US" sz="2200" spc="-4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200" dirty="0">
                <a:effectLst/>
                <a:latin typeface="Times New Roman" panose="02020603050405020304" pitchFamily="18" charset="0"/>
                <a:ea typeface="SimSun" panose="02010600030101010101" pitchFamily="2" charset="-122"/>
                <a:cs typeface="Times New Roman" panose="02020603050405020304" pitchFamily="18" charset="0"/>
              </a:rPr>
              <a:t>on</a:t>
            </a:r>
          </a:p>
        </p:txBody>
      </p:sp>
      <p:sp>
        <p:nvSpPr>
          <p:cNvPr id="12" name="TextBox 11">
            <a:extLst>
              <a:ext uri="{FF2B5EF4-FFF2-40B4-BE49-F238E27FC236}">
                <a16:creationId xmlns:a16="http://schemas.microsoft.com/office/drawing/2014/main" id="{5DC5D3A3-0B35-F995-0E4F-4FD870BC60AB}"/>
              </a:ext>
            </a:extLst>
          </p:cNvPr>
          <p:cNvSpPr txBox="1"/>
          <p:nvPr/>
        </p:nvSpPr>
        <p:spPr>
          <a:xfrm>
            <a:off x="3028947" y="4786951"/>
            <a:ext cx="6203314" cy="477054"/>
          </a:xfrm>
          <a:prstGeom prst="rect">
            <a:avLst/>
          </a:prstGeom>
          <a:noFill/>
        </p:spPr>
        <p:txBody>
          <a:bodyPr wrap="square">
            <a:spAutoFit/>
          </a:bodyPr>
          <a:lstStyle/>
          <a:p>
            <a:pPr algn="ctr">
              <a:spcBef>
                <a:spcPts val="25"/>
              </a:spcBef>
              <a:buNone/>
            </a:pPr>
            <a:r>
              <a:rPr lang="en-US" sz="2500" dirty="0">
                <a:effectLst/>
                <a:latin typeface="Times New Roman" panose="02020603050405020304" pitchFamily="18" charset="0"/>
                <a:ea typeface="SimSun" panose="02010600030101010101" pitchFamily="2" charset="-122"/>
                <a:cs typeface="Times New Roman" panose="02020603050405020304" pitchFamily="18" charset="0"/>
              </a:rPr>
              <a:t>MCA</a:t>
            </a:r>
            <a:r>
              <a:rPr lang="en-US" sz="2500" spc="-6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500" dirty="0">
                <a:effectLst/>
                <a:latin typeface="Times New Roman" panose="02020603050405020304" pitchFamily="18" charset="0"/>
                <a:ea typeface="SimSun" panose="02010600030101010101" pitchFamily="2" charset="-122"/>
                <a:cs typeface="Times New Roman" panose="02020603050405020304" pitchFamily="18" charset="0"/>
              </a:rPr>
              <a:t>(Master</a:t>
            </a:r>
            <a:r>
              <a:rPr lang="en-US" sz="2500" spc="-3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500" dirty="0">
                <a:effectLst/>
                <a:latin typeface="Times New Roman" panose="02020603050405020304" pitchFamily="18" charset="0"/>
                <a:ea typeface="SimSun" panose="02010600030101010101" pitchFamily="2" charset="-122"/>
                <a:cs typeface="Times New Roman" panose="02020603050405020304" pitchFamily="18" charset="0"/>
              </a:rPr>
              <a:t>of</a:t>
            </a:r>
            <a:r>
              <a:rPr lang="en-US" sz="2500" spc="-25"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500" dirty="0">
                <a:effectLst/>
                <a:latin typeface="Times New Roman" panose="02020603050405020304" pitchFamily="18" charset="0"/>
                <a:ea typeface="SimSun" panose="02010600030101010101" pitchFamily="2" charset="-122"/>
                <a:cs typeface="Times New Roman" panose="02020603050405020304" pitchFamily="18" charset="0"/>
              </a:rPr>
              <a:t>Computer</a:t>
            </a:r>
            <a:r>
              <a:rPr lang="en-US" sz="2500" spc="-25"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500" dirty="0">
                <a:effectLst/>
                <a:latin typeface="Times New Roman" panose="02020603050405020304" pitchFamily="18" charset="0"/>
                <a:ea typeface="SimSun" panose="02010600030101010101" pitchFamily="2" charset="-122"/>
                <a:cs typeface="Times New Roman" panose="02020603050405020304" pitchFamily="18" charset="0"/>
              </a:rPr>
              <a:t>Applications)</a:t>
            </a:r>
          </a:p>
        </p:txBody>
      </p:sp>
      <p:sp>
        <p:nvSpPr>
          <p:cNvPr id="14" name="TextBox 13">
            <a:extLst>
              <a:ext uri="{FF2B5EF4-FFF2-40B4-BE49-F238E27FC236}">
                <a16:creationId xmlns:a16="http://schemas.microsoft.com/office/drawing/2014/main" id="{45B762E6-9ECB-D3CF-23FA-C3A6ABE03B90}"/>
              </a:ext>
            </a:extLst>
          </p:cNvPr>
          <p:cNvSpPr txBox="1"/>
          <p:nvPr/>
        </p:nvSpPr>
        <p:spPr>
          <a:xfrm>
            <a:off x="533400" y="6706062"/>
            <a:ext cx="1980761" cy="369332"/>
          </a:xfrm>
          <a:prstGeom prst="rect">
            <a:avLst/>
          </a:prstGeom>
          <a:noFill/>
        </p:spPr>
        <p:txBody>
          <a:bodyPr wrap="square">
            <a:spAutoFit/>
          </a:bodyPr>
          <a:lstStyle/>
          <a:p>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Submitted</a:t>
            </a:r>
            <a:r>
              <a:rPr lang="en-US" sz="1800" b="1" spc="-55"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To:</a:t>
            </a: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F2BE714D-F191-3F13-70B1-A45EFA3B5DE7}"/>
              </a:ext>
            </a:extLst>
          </p:cNvPr>
          <p:cNvSpPr txBox="1"/>
          <p:nvPr/>
        </p:nvSpPr>
        <p:spPr>
          <a:xfrm>
            <a:off x="9172575" y="6706062"/>
            <a:ext cx="1740204" cy="369332"/>
          </a:xfrm>
          <a:prstGeom prst="rect">
            <a:avLst/>
          </a:prstGeom>
          <a:noFill/>
        </p:spPr>
        <p:txBody>
          <a:bodyPr wrap="square">
            <a:spAutoFit/>
          </a:bodyPr>
          <a:lstStyle/>
          <a:p>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Submitted</a:t>
            </a:r>
            <a:r>
              <a:rPr lang="en-US" sz="1800" b="1" spc="-65"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By:</a:t>
            </a:r>
            <a:endParaRPr lang="en-IN"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792DF57-A775-1A4F-929F-C1BAFCE4C341}"/>
              </a:ext>
            </a:extLst>
          </p:cNvPr>
          <p:cNvSpPr txBox="1"/>
          <p:nvPr/>
        </p:nvSpPr>
        <p:spPr>
          <a:xfrm>
            <a:off x="533399" y="7075394"/>
            <a:ext cx="2495547"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Professor Name</a:t>
            </a:r>
          </a:p>
        </p:txBody>
      </p:sp>
      <p:sp>
        <p:nvSpPr>
          <p:cNvPr id="20" name="TextBox 19">
            <a:extLst>
              <a:ext uri="{FF2B5EF4-FFF2-40B4-BE49-F238E27FC236}">
                <a16:creationId xmlns:a16="http://schemas.microsoft.com/office/drawing/2014/main" id="{B2784858-876E-25EC-6C14-BDD1A0975CB1}"/>
              </a:ext>
            </a:extLst>
          </p:cNvPr>
          <p:cNvSpPr txBox="1"/>
          <p:nvPr/>
        </p:nvSpPr>
        <p:spPr>
          <a:xfrm>
            <a:off x="9115424" y="7075394"/>
            <a:ext cx="215990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Your Name</a:t>
            </a:r>
          </a:p>
        </p:txBody>
      </p:sp>
      <p:sp>
        <p:nvSpPr>
          <p:cNvPr id="22" name="TextBox 21">
            <a:extLst>
              <a:ext uri="{FF2B5EF4-FFF2-40B4-BE49-F238E27FC236}">
                <a16:creationId xmlns:a16="http://schemas.microsoft.com/office/drawing/2014/main" id="{A8E646C8-E11E-C9BF-C4A6-6B37338DF5D1}"/>
              </a:ext>
            </a:extLst>
          </p:cNvPr>
          <p:cNvSpPr txBox="1"/>
          <p:nvPr/>
        </p:nvSpPr>
        <p:spPr>
          <a:xfrm>
            <a:off x="533399" y="7425676"/>
            <a:ext cx="3275677" cy="369332"/>
          </a:xfrm>
          <a:prstGeom prst="rect">
            <a:avLst/>
          </a:prstGeom>
          <a:noFill/>
        </p:spPr>
        <p:txBody>
          <a:bodyPr wrap="square">
            <a:spAutoFit/>
          </a:bodyPr>
          <a:lstStyle/>
          <a:p>
            <a:r>
              <a:rPr lang="en-US" sz="1800" dirty="0">
                <a:effectLst/>
                <a:latin typeface="Times New Roman" panose="02020603050405020304" pitchFamily="18" charset="0"/>
                <a:ea typeface="SimSun" panose="02010600030101010101" pitchFamily="2" charset="-122"/>
                <a:cs typeface="Times New Roman" panose="02020603050405020304" pitchFamily="18" charset="0"/>
              </a:rPr>
              <a:t>(Associate</a:t>
            </a:r>
            <a:r>
              <a:rPr lang="en-US" sz="1800" spc="305"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Professor)</a:t>
            </a:r>
            <a:endParaRPr lang="en-IN"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8F35412-EBD3-803A-4AC2-CAC05C59FF65}"/>
              </a:ext>
            </a:extLst>
          </p:cNvPr>
          <p:cNvSpPr txBox="1"/>
          <p:nvPr/>
        </p:nvSpPr>
        <p:spPr>
          <a:xfrm>
            <a:off x="9115425" y="7444726"/>
            <a:ext cx="2866218" cy="369332"/>
          </a:xfrm>
          <a:prstGeom prst="rect">
            <a:avLst/>
          </a:prstGeom>
          <a:noFill/>
        </p:spPr>
        <p:txBody>
          <a:bodyPr wrap="square">
            <a:spAutoFit/>
          </a:bodyPr>
          <a:lstStyle/>
          <a:p>
            <a:pPr>
              <a:buNone/>
              <a:tabLst>
                <a:tab pos="4312285" algn="l"/>
              </a:tabLst>
            </a:pPr>
            <a:r>
              <a:rPr lang="en-IN" sz="1800" dirty="0" err="1">
                <a:effectLst/>
                <a:latin typeface="Times New Roman" panose="02020603050405020304" pitchFamily="18" charset="0"/>
                <a:ea typeface="SimSun" panose="02010600030101010101" pitchFamily="2" charset="-122"/>
                <a:cs typeface="Times New Roman" panose="02020603050405020304" pitchFamily="18" charset="0"/>
              </a:rPr>
              <a:t>Enroll</a:t>
            </a:r>
            <a:r>
              <a:rPr lang="en-IN" sz="1800" dirty="0">
                <a:effectLst/>
                <a:latin typeface="Times New Roman" panose="02020603050405020304" pitchFamily="18" charset="0"/>
                <a:ea typeface="SimSun" panose="02010600030101010101" pitchFamily="2" charset="-122"/>
                <a:cs typeface="Times New Roman" panose="02020603050405020304" pitchFamily="18" charset="0"/>
              </a:rPr>
              <a:t> Number</a:t>
            </a:r>
          </a:p>
        </p:txBody>
      </p:sp>
      <p:sp>
        <p:nvSpPr>
          <p:cNvPr id="26" name="TextBox 25">
            <a:extLst>
              <a:ext uri="{FF2B5EF4-FFF2-40B4-BE49-F238E27FC236}">
                <a16:creationId xmlns:a16="http://schemas.microsoft.com/office/drawing/2014/main" id="{D745E5B1-0EEE-BA72-B289-A6D46CF3916C}"/>
              </a:ext>
            </a:extLst>
          </p:cNvPr>
          <p:cNvSpPr txBox="1"/>
          <p:nvPr/>
        </p:nvSpPr>
        <p:spPr>
          <a:xfrm>
            <a:off x="2203236" y="52118"/>
            <a:ext cx="7605713" cy="630942"/>
          </a:xfrm>
          <a:prstGeom prst="rect">
            <a:avLst/>
          </a:prstGeom>
          <a:noFill/>
        </p:spPr>
        <p:txBody>
          <a:bodyPr wrap="square">
            <a:spAutoFit/>
          </a:bodyPr>
          <a:lstStyle/>
          <a:p>
            <a:pPr algn="ctr"/>
            <a:r>
              <a:rPr kumimoji="0" lang="en-US" sz="3500" b="1"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University name</a:t>
            </a:r>
            <a:endParaRPr lang="en-IN" sz="3500" dirty="0">
              <a:latin typeface="Times New Roman" panose="02020603050405020304" pitchFamily="18" charset="0"/>
              <a:cs typeface="Times New Roman" panose="02020603050405020304" pitchFamily="18" charset="0"/>
            </a:endParaRPr>
          </a:p>
        </p:txBody>
      </p:sp>
      <p:pic>
        <p:nvPicPr>
          <p:cNvPr id="27" name="Picture 26" descr="iisu.jpg">
            <a:extLst>
              <a:ext uri="{FF2B5EF4-FFF2-40B4-BE49-F238E27FC236}">
                <a16:creationId xmlns:a16="http://schemas.microsoft.com/office/drawing/2014/main" id="{493360BF-1108-E223-B379-1DF808CA35CB}"/>
              </a:ext>
            </a:extLst>
          </p:cNvPr>
          <p:cNvPicPr>
            <a:picLocks noChangeAspect="1"/>
          </p:cNvPicPr>
          <p:nvPr/>
        </p:nvPicPr>
        <p:blipFill>
          <a:blip r:embed="rId3" cstate="print"/>
          <a:stretch>
            <a:fillRect/>
          </a:stretch>
        </p:blipFill>
        <p:spPr>
          <a:xfrm>
            <a:off x="5105399" y="1338872"/>
            <a:ext cx="1740204" cy="1447800"/>
          </a:xfrm>
          <a:prstGeom prst="rect">
            <a:avLst/>
          </a:prstGeom>
        </p:spPr>
      </p:pic>
      <p:sp>
        <p:nvSpPr>
          <p:cNvPr id="28" name="TextBox 27">
            <a:extLst>
              <a:ext uri="{FF2B5EF4-FFF2-40B4-BE49-F238E27FC236}">
                <a16:creationId xmlns:a16="http://schemas.microsoft.com/office/drawing/2014/main" id="{1A16FBCF-5371-8419-358C-FC490EEEC6DC}"/>
              </a:ext>
            </a:extLst>
          </p:cNvPr>
          <p:cNvSpPr txBox="1"/>
          <p:nvPr/>
        </p:nvSpPr>
        <p:spPr>
          <a:xfrm>
            <a:off x="3186110" y="2978251"/>
            <a:ext cx="5865509" cy="477054"/>
          </a:xfrm>
          <a:prstGeom prst="rect">
            <a:avLst/>
          </a:prstGeom>
          <a:noFill/>
        </p:spPr>
        <p:txBody>
          <a:bodyPr wrap="square">
            <a:spAutoFit/>
          </a:bodyPr>
          <a:lstStyle/>
          <a:p>
            <a:pPr algn="ctr">
              <a:spcBef>
                <a:spcPts val="25"/>
              </a:spcBef>
              <a:buNone/>
            </a:pPr>
            <a:r>
              <a:rPr lang="en-US" sz="2500" b="1" dirty="0">
                <a:effectLst/>
                <a:latin typeface="Times New Roman" panose="02020603050405020304" pitchFamily="18" charset="0"/>
                <a:ea typeface="SimSun" panose="02010600030101010101" pitchFamily="2" charset="-122"/>
                <a:cs typeface="Times New Roman" panose="02020603050405020304" pitchFamily="18" charset="0"/>
              </a:rPr>
              <a:t>Major</a:t>
            </a:r>
            <a:r>
              <a:rPr lang="en-US" sz="2500" b="1" spc="-25"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500" b="1" dirty="0">
                <a:effectLst/>
                <a:latin typeface="Times New Roman" panose="02020603050405020304" pitchFamily="18" charset="0"/>
                <a:ea typeface="SimSun" panose="02010600030101010101" pitchFamily="2" charset="-122"/>
                <a:cs typeface="Times New Roman" panose="02020603050405020304" pitchFamily="18" charset="0"/>
              </a:rPr>
              <a:t>Project/Internship–</a:t>
            </a:r>
            <a:r>
              <a:rPr lang="en-US" sz="2500" b="1" spc="-1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2500" b="1" spc="-10" dirty="0">
                <a:latin typeface="Times New Roman" panose="02020603050405020304" pitchFamily="18" charset="0"/>
                <a:ea typeface="SimSun" panose="02010600030101010101" pitchFamily="2" charset="-122"/>
                <a:cs typeface="Times New Roman" panose="02020603050405020304" pitchFamily="18" charset="0"/>
              </a:rPr>
              <a:t>Paper Code</a:t>
            </a:r>
            <a:endParaRPr lang="en-US" sz="2500" b="1" dirty="0">
              <a:effectLst/>
              <a:latin typeface="Times New Roman" panose="02020603050405020304" pitchFamily="18" charset="0"/>
              <a:ea typeface="SimSun" panose="02010600030101010101" pitchFamily="2" charset="-122"/>
              <a:cs typeface="Times New Roman" panose="02020603050405020304" pitchFamily="18" charset="0"/>
            </a:endParaRPr>
          </a:p>
        </p:txBody>
      </p:sp>
      <p:sp>
        <p:nvSpPr>
          <p:cNvPr id="31" name="TextBox 30">
            <a:extLst>
              <a:ext uri="{FF2B5EF4-FFF2-40B4-BE49-F238E27FC236}">
                <a16:creationId xmlns:a16="http://schemas.microsoft.com/office/drawing/2014/main" id="{16D0B2EB-39BD-8ED2-E7CE-B06F4A599451}"/>
              </a:ext>
            </a:extLst>
          </p:cNvPr>
          <p:cNvSpPr txBox="1"/>
          <p:nvPr/>
        </p:nvSpPr>
        <p:spPr>
          <a:xfrm>
            <a:off x="2733672" y="4046555"/>
            <a:ext cx="6837976" cy="523220"/>
          </a:xfrm>
          <a:prstGeom prst="rect">
            <a:avLst/>
          </a:prstGeom>
          <a:noFill/>
        </p:spPr>
        <p:txBody>
          <a:bodyPr wrap="square">
            <a:spAutoFit/>
          </a:bodyPr>
          <a:lstStyle/>
          <a:p>
            <a:pPr algn="ctr">
              <a:spcBef>
                <a:spcPts val="25"/>
              </a:spcBef>
            </a:pPr>
            <a:r>
              <a:rPr lang="en-US" sz="2500" b="1" dirty="0">
                <a:effectLst/>
                <a:latin typeface="Times New Roman" panose="02020603050405020304" pitchFamily="18" charset="0"/>
                <a:ea typeface="SimSun" panose="02010600030101010101" pitchFamily="2" charset="-122"/>
                <a:cs typeface="Times New Roman" panose="02020603050405020304" pitchFamily="18" charset="0"/>
              </a:rPr>
              <a:t>“</a:t>
            </a:r>
            <a:r>
              <a:rPr lang="en-US" altLang="en-US" sz="2800" b="1" dirty="0">
                <a:latin typeface="Times New Roman" panose="02020603050405020304" pitchFamily="18" charset="0"/>
                <a:cs typeface="Times New Roman" panose="02020603050405020304" pitchFamily="18" charset="0"/>
              </a:rPr>
              <a:t>Student Performance Analysis </a:t>
            </a:r>
            <a:r>
              <a:rPr lang="en-IN" sz="2500" b="1" dirty="0">
                <a:latin typeface="Times New Roman" panose="02020603050405020304" pitchFamily="18" charset="0"/>
                <a:cs typeface="Times New Roman" panose="02020603050405020304" pitchFamily="18" charset="0"/>
              </a:rPr>
              <a:t>Report</a:t>
            </a:r>
            <a:r>
              <a:rPr lang="en-US" sz="2500" b="1" dirty="0">
                <a:effectLst/>
                <a:latin typeface="Times New Roman" panose="02020603050405020304" pitchFamily="18" charset="0"/>
                <a:ea typeface="SimSun" panose="02010600030101010101" pitchFamily="2" charset="-122"/>
                <a:cs typeface="Times New Roman" panose="02020603050405020304" pitchFamily="18" charset="0"/>
              </a:rPr>
              <a:t>”</a:t>
            </a:r>
            <a:endParaRPr lang="en-IN" sz="2500" b="1"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84861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11201400" cy="609600"/>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b="1" dirty="0">
                <a:latin typeface="Times New Roman" panose="02020603050405020304" pitchFamily="18" charset="0"/>
                <a:cs typeface="Times New Roman" panose="02020603050405020304" pitchFamily="18" charset="0"/>
              </a:rPr>
              <a:t>Content</a:t>
            </a:r>
          </a:p>
        </p:txBody>
      </p:sp>
      <p:sp>
        <p:nvSpPr>
          <p:cNvPr id="3" name="Content Placeholder 2"/>
          <p:cNvSpPr>
            <a:spLocks noGrp="1"/>
          </p:cNvSpPr>
          <p:nvPr>
            <p:ph sz="quarter" idx="1"/>
          </p:nvPr>
        </p:nvSpPr>
        <p:spPr>
          <a:xfrm>
            <a:off x="457200" y="1066800"/>
            <a:ext cx="11125200" cy="6701942"/>
          </a:xfrm>
        </p:spPr>
        <p:txBody>
          <a:bodyPr>
            <a:normAutofit/>
            <a:scene3d>
              <a:camera prst="orthographicFront"/>
              <a:lightRig rig="threePt" dir="t"/>
            </a:scene3d>
          </a:bodyPr>
          <a:lstStyle/>
          <a:p>
            <a:r>
              <a:rPr lang="en-US" sz="2400" dirty="0">
                <a:latin typeface="Times New Roman" panose="02020603050405020304" pitchFamily="18" charset="0"/>
                <a:cs typeface="Times New Roman" panose="02020603050405020304" pitchFamily="18" charset="0"/>
              </a:rPr>
              <a:t>Introduction</a:t>
            </a:r>
          </a:p>
          <a:p>
            <a:r>
              <a:rPr lang="en-US" sz="2400" dirty="0">
                <a:latin typeface="Times New Roman" panose="02020603050405020304" pitchFamily="18" charset="0"/>
                <a:cs typeface="Times New Roman" panose="02020603050405020304" pitchFamily="18" charset="0"/>
              </a:rPr>
              <a:t>About The Company</a:t>
            </a:r>
          </a:p>
          <a:p>
            <a:r>
              <a:rPr lang="en-US" sz="2400" dirty="0">
                <a:latin typeface="Times New Roman" panose="02020603050405020304" pitchFamily="18" charset="0"/>
                <a:cs typeface="Times New Roman" panose="02020603050405020304" pitchFamily="18" charset="0"/>
              </a:rPr>
              <a:t>About The Project</a:t>
            </a:r>
          </a:p>
          <a:p>
            <a:r>
              <a:rPr lang="en-US" sz="2400" dirty="0">
                <a:latin typeface="Times New Roman" panose="02020603050405020304" pitchFamily="18" charset="0"/>
                <a:cs typeface="Times New Roman" panose="02020603050405020304" pitchFamily="18" charset="0"/>
              </a:rPr>
              <a:t>Objective</a:t>
            </a:r>
          </a:p>
          <a:p>
            <a:r>
              <a:rPr lang="en-US" sz="2400" dirty="0">
                <a:latin typeface="Times New Roman" panose="02020603050405020304" pitchFamily="18" charset="0"/>
                <a:cs typeface="Times New Roman" panose="02020603050405020304" pitchFamily="18" charset="0"/>
              </a:rPr>
              <a:t>Dataset </a:t>
            </a:r>
          </a:p>
          <a:p>
            <a:r>
              <a:rPr lang="en-US" sz="2400" dirty="0">
                <a:latin typeface="Times New Roman" panose="02020603050405020304" pitchFamily="18" charset="0"/>
                <a:cs typeface="Times New Roman" panose="02020603050405020304" pitchFamily="18" charset="0"/>
              </a:rPr>
              <a:t>Methodology</a:t>
            </a:r>
          </a:p>
          <a:p>
            <a:r>
              <a:rPr lang="en-US" sz="2400" dirty="0">
                <a:latin typeface="Times New Roman" panose="02020603050405020304" pitchFamily="18" charset="0"/>
                <a:cs typeface="Times New Roman" panose="02020603050405020304" pitchFamily="18" charset="0"/>
              </a:rPr>
              <a:t>Tools And Techniques </a:t>
            </a:r>
          </a:p>
          <a:p>
            <a:r>
              <a:rPr lang="en-IN" sz="2400" dirty="0">
                <a:latin typeface="Times New Roman" panose="02020603050405020304" pitchFamily="18" charset="0"/>
                <a:cs typeface="Times New Roman" panose="02020603050405020304" pitchFamily="18" charset="0"/>
              </a:rPr>
              <a:t>System Diagrams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EDA Reports</a:t>
            </a:r>
          </a:p>
          <a:p>
            <a:r>
              <a:rPr lang="en-US" sz="2400" dirty="0" err="1">
                <a:latin typeface="Times New Roman" panose="02020603050405020304" pitchFamily="18" charset="0"/>
                <a:cs typeface="Times New Roman" panose="02020603050405020304" pitchFamily="18" charset="0"/>
              </a:rPr>
              <a:t>PowerBI</a:t>
            </a:r>
            <a:r>
              <a:rPr lang="en-US" sz="2400" dirty="0">
                <a:latin typeface="Times New Roman" panose="02020603050405020304" pitchFamily="18" charset="0"/>
                <a:cs typeface="Times New Roman" panose="02020603050405020304" pitchFamily="18" charset="0"/>
              </a:rPr>
              <a:t> Dashboard</a:t>
            </a:r>
          </a:p>
          <a:p>
            <a:r>
              <a:rPr lang="en-IN" sz="2400" dirty="0">
                <a:latin typeface="Times New Roman" panose="02020603050405020304" pitchFamily="18" charset="0"/>
                <a:cs typeface="Times New Roman" panose="02020603050405020304" pitchFamily="18" charset="0"/>
              </a:rPr>
              <a:t>Business &amp; Real-world Implications</a:t>
            </a:r>
          </a:p>
          <a:p>
            <a:r>
              <a:rPr lang="en-IN" sz="2400" dirty="0">
                <a:latin typeface="Times New Roman" panose="02020603050405020304" pitchFamily="18" charset="0"/>
                <a:cs typeface="Times New Roman" panose="02020603050405020304" pitchFamily="18" charset="0"/>
              </a:rPr>
              <a:t>Future Work</a:t>
            </a:r>
          </a:p>
          <a:p>
            <a:r>
              <a:rPr lang="en-IN" sz="2400" dirty="0">
                <a:latin typeface="Times New Roman" panose="02020603050405020304" pitchFamily="18" charset="0"/>
                <a:cs typeface="Times New Roman" panose="02020603050405020304" pitchFamily="18" charset="0"/>
              </a:rPr>
              <a:t>Result &amp; Discussion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Conclusion</a:t>
            </a:r>
          </a:p>
        </p:txBody>
      </p:sp>
      <p:pic>
        <p:nvPicPr>
          <p:cNvPr id="4" name="Picture 3">
            <a:extLst>
              <a:ext uri="{FF2B5EF4-FFF2-40B4-BE49-F238E27FC236}">
                <a16:creationId xmlns:a16="http://schemas.microsoft.com/office/drawing/2014/main" id="{858D49DC-4A01-9907-1BF1-10C98010D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05600"/>
            <a:ext cx="1566401" cy="9526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4F96DF4-57F9-5030-120F-E95CEB6D2ED5}"/>
              </a:ext>
            </a:extLst>
          </p:cNvPr>
          <p:cNvSpPr txBox="1">
            <a:spLocks/>
          </p:cNvSpPr>
          <p:nvPr/>
        </p:nvSpPr>
        <p:spPr>
          <a:xfrm>
            <a:off x="571500" y="304800"/>
            <a:ext cx="11201400" cy="609600"/>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7500"/>
          </a:bodyPr>
          <a:lstStyle>
            <a:lvl1pPr algn="l" rtl="0" eaLnBrk="1" latinLnBrk="0" hangingPunct="1">
              <a:spcBef>
                <a:spcPct val="0"/>
              </a:spcBef>
              <a:buNone/>
              <a:defRPr kumimoji="0" sz="3900" b="0" kern="1200" cap="small"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500" b="1" dirty="0">
                <a:latin typeface="Times New Roman" panose="02020603050405020304" pitchFamily="18" charset="0"/>
                <a:cs typeface="Times New Roman" panose="02020603050405020304" pitchFamily="18" charset="0"/>
              </a:rPr>
              <a:t>Introduction</a:t>
            </a:r>
          </a:p>
        </p:txBody>
      </p:sp>
      <p:pic>
        <p:nvPicPr>
          <p:cNvPr id="11" name="Picture 10">
            <a:extLst>
              <a:ext uri="{FF2B5EF4-FFF2-40B4-BE49-F238E27FC236}">
                <a16:creationId xmlns:a16="http://schemas.microsoft.com/office/drawing/2014/main" id="{96DBD8BF-0047-B5CC-1088-6D596D214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7" name="Rectangle 1">
            <a:extLst>
              <a:ext uri="{FF2B5EF4-FFF2-40B4-BE49-F238E27FC236}">
                <a16:creationId xmlns:a16="http://schemas.microsoft.com/office/drawing/2014/main" id="{A9F17CD7-5885-40B3-561A-8597CB8A4B62}"/>
              </a:ext>
            </a:extLst>
          </p:cNvPr>
          <p:cNvSpPr>
            <a:spLocks noChangeArrowheads="1"/>
          </p:cNvSpPr>
          <p:nvPr/>
        </p:nvSpPr>
        <p:spPr bwMode="auto">
          <a:xfrm>
            <a:off x="742950" y="1113978"/>
            <a:ext cx="108585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 Performance Analysis is an important process used to understand the academic behavior and achievements of students using data analytics techniques. This project focuses on analyzing a student dataset containing information such as GPA, attendance, study hours, parental support, extracurricular activities, tutoring, and demographic details. The main objective of the project is to identify patterns, trends, and factors that influence students academic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analysis is performed using Python libraries including Pandas, NumPy, Matplotlib, and Seaborn. Various data visualization techniques such as histograms, boxplots, scatterplots, heatmaps, and bar charts are used to represent the data effectively. Through Exploratory Data Analysis (EDA), meaningful insights are extracted to understand the relationship between attendance, study habits, parental support, and GPA.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helps educational institutions and students understand the key factors affecting academic success. It also demonstrates the practical implementation of data analytics and visualization techniques for educational data analysis and decision-making purposes.</a:t>
            </a:r>
          </a:p>
        </p:txBody>
      </p:sp>
    </p:spTree>
    <p:extLst>
      <p:ext uri="{BB962C8B-B14F-4D97-AF65-F5344CB8AC3E}">
        <p14:creationId xmlns:p14="http://schemas.microsoft.com/office/powerpoint/2010/main" val="3549155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1A061E-FF30-AD75-BAB6-BFBB8E99BEDE}"/>
              </a:ext>
            </a:extLst>
          </p:cNvPr>
          <p:cNvSpPr txBox="1"/>
          <p:nvPr/>
        </p:nvSpPr>
        <p:spPr>
          <a:xfrm>
            <a:off x="742950" y="1143000"/>
            <a:ext cx="10858500" cy="461665"/>
          </a:xfrm>
          <a:prstGeom prst="rect">
            <a:avLst/>
          </a:prstGeom>
          <a:noFill/>
        </p:spPr>
        <p:txBody>
          <a:bodyPr wrap="square" rtlCol="0">
            <a:spAutoFit/>
          </a:bodyPr>
          <a:lstStyle/>
          <a:p>
            <a:pPr lvl="0" eaLnBrk="0" fontAlgn="base" hangingPunct="0">
              <a:spcBef>
                <a:spcPct val="0"/>
              </a:spcBef>
              <a:spcAft>
                <a:spcPct val="0"/>
              </a:spcAft>
            </a:pPr>
            <a:r>
              <a:rPr lang="en-US" altLang="en-US" sz="2400" dirty="0">
                <a:latin typeface="Times New Roman" panose="02020603050405020304" pitchFamily="18" charset="0"/>
                <a:cs typeface="Times New Roman" panose="02020603050405020304" pitchFamily="18" charset="0"/>
              </a:rPr>
              <a:t>About the Company</a:t>
            </a:r>
          </a:p>
        </p:txBody>
      </p:sp>
      <p:sp>
        <p:nvSpPr>
          <p:cNvPr id="3" name="Title 1">
            <a:extLst>
              <a:ext uri="{FF2B5EF4-FFF2-40B4-BE49-F238E27FC236}">
                <a16:creationId xmlns:a16="http://schemas.microsoft.com/office/drawing/2014/main" id="{7EDFE895-F7B9-CDD5-9E08-018C762FCE3D}"/>
              </a:ext>
            </a:extLst>
          </p:cNvPr>
          <p:cNvSpPr txBox="1">
            <a:spLocks/>
          </p:cNvSpPr>
          <p:nvPr/>
        </p:nvSpPr>
        <p:spPr>
          <a:xfrm>
            <a:off x="571500" y="304800"/>
            <a:ext cx="11201400" cy="609600"/>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7500"/>
          </a:bodyPr>
          <a:lstStyle>
            <a:lvl1pPr algn="l" rtl="0" eaLnBrk="1" latinLnBrk="0" hangingPunct="1">
              <a:spcBef>
                <a:spcPct val="0"/>
              </a:spcBef>
              <a:buNone/>
              <a:defRPr kumimoji="0" sz="3900" b="0" kern="1200" cap="small"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3500" b="1" kern="100" dirty="0">
                <a:effectLst/>
                <a:latin typeface="Times New Roman" panose="02020603050405020304" pitchFamily="18" charset="0"/>
                <a:ea typeface="Calibri" panose="020F0502020204030204" pitchFamily="34" charset="0"/>
                <a:cs typeface="Times New Roman" panose="02020603050405020304" pitchFamily="18" charset="0"/>
              </a:rPr>
              <a:t>About the Company</a:t>
            </a:r>
          </a:p>
        </p:txBody>
      </p:sp>
      <p:pic>
        <p:nvPicPr>
          <p:cNvPr id="4" name="Picture 3">
            <a:extLst>
              <a:ext uri="{FF2B5EF4-FFF2-40B4-BE49-F238E27FC236}">
                <a16:creationId xmlns:a16="http://schemas.microsoft.com/office/drawing/2014/main" id="{5918B2E0-23F1-E578-941E-983B5C3662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Tree>
    <p:extLst>
      <p:ext uri="{BB962C8B-B14F-4D97-AF65-F5344CB8AC3E}">
        <p14:creationId xmlns:p14="http://schemas.microsoft.com/office/powerpoint/2010/main" val="618829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8E5C5-5DFD-3198-A62C-3812B18F73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367536-E87D-9E00-B824-21DD56CFBAF4}"/>
              </a:ext>
            </a:extLst>
          </p:cNvPr>
          <p:cNvSpPr txBox="1"/>
          <p:nvPr/>
        </p:nvSpPr>
        <p:spPr>
          <a:xfrm>
            <a:off x="742950" y="1143000"/>
            <a:ext cx="10858500" cy="6001643"/>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Student Performance Analysis</a:t>
            </a:r>
            <a:r>
              <a:rPr lang="en-US" sz="2400" dirty="0">
                <a:latin typeface="Times New Roman" panose="02020603050405020304" pitchFamily="18" charset="0"/>
                <a:cs typeface="Times New Roman" panose="02020603050405020304" pitchFamily="18" charset="0"/>
              </a:rPr>
              <a:t> project is based on analyzing student academic data using data analytics and visualization techniques. The main objective of this project is to study various factors that influence students academic performance and identify meaningful patterns from the dataset.</a:t>
            </a:r>
          </a:p>
          <a:p>
            <a:r>
              <a:rPr lang="en-US" sz="2400" dirty="0">
                <a:latin typeface="Times New Roman" panose="02020603050405020304" pitchFamily="18" charset="0"/>
                <a:cs typeface="Times New Roman" panose="02020603050405020304" pitchFamily="18" charset="0"/>
              </a:rPr>
              <a:t>The project uses a dataset containing information such as GPA, attendance, study hours, parental support, extracurricular activities, tutoring, age, gender, and grade class. By applying Exploratory Data Analysis (EDA), the project examines how these factors affect student performance and academic success.</a:t>
            </a:r>
          </a:p>
          <a:p>
            <a:r>
              <a:rPr lang="en-US" sz="2400" dirty="0">
                <a:latin typeface="Times New Roman" panose="02020603050405020304" pitchFamily="18" charset="0"/>
                <a:cs typeface="Times New Roman" panose="02020603050405020304" pitchFamily="18" charset="0"/>
              </a:rPr>
              <a:t>Python programming language is used for implementing the project along with libraries such as Pandas, NumPy, Matplotlib, and Seaborn. Different types of visualizations including histograms, scatterplots, boxplots, heatmaps, and bar charts are created to represent the data clearly and generate useful insights.</a:t>
            </a:r>
          </a:p>
          <a:p>
            <a:r>
              <a:rPr lang="en-US" sz="2400" dirty="0">
                <a:latin typeface="Times New Roman" panose="02020603050405020304" pitchFamily="18" charset="0"/>
                <a:cs typeface="Times New Roman" panose="02020603050405020304" pitchFamily="18" charset="0"/>
              </a:rPr>
              <a:t>The project helps in understanding student behavior, performance trends, and educational patterns. It also demonstrates practical applications of data analytics techniques in the education sector for better decision-making and performance improvement.</a:t>
            </a:r>
          </a:p>
        </p:txBody>
      </p:sp>
      <p:sp>
        <p:nvSpPr>
          <p:cNvPr id="3" name="Title 1">
            <a:extLst>
              <a:ext uri="{FF2B5EF4-FFF2-40B4-BE49-F238E27FC236}">
                <a16:creationId xmlns:a16="http://schemas.microsoft.com/office/drawing/2014/main" id="{1C4659E2-FFB0-E93C-B35B-7B322959CB43}"/>
              </a:ext>
            </a:extLst>
          </p:cNvPr>
          <p:cNvSpPr txBox="1">
            <a:spLocks/>
          </p:cNvSpPr>
          <p:nvPr/>
        </p:nvSpPr>
        <p:spPr>
          <a:xfrm>
            <a:off x="571500" y="304800"/>
            <a:ext cx="11201400" cy="609600"/>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7500" lnSpcReduction="10000"/>
          </a:bodyPr>
          <a:lstStyle>
            <a:lvl1pPr algn="l" rtl="0" eaLnBrk="1" latinLnBrk="0" hangingPunct="1">
              <a:spcBef>
                <a:spcPct val="0"/>
              </a:spcBef>
              <a:buNone/>
              <a:defRPr kumimoji="0" sz="3900" b="0" kern="1200" cap="small"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3600" b="1" dirty="0">
                <a:latin typeface="Times New Roman" panose="02020603050405020304" pitchFamily="18" charset="0"/>
                <a:cs typeface="Times New Roman" panose="02020603050405020304" pitchFamily="18" charset="0"/>
              </a:rPr>
              <a:t>About the Project</a:t>
            </a:r>
            <a:endParaRPr lang="en-IN" sz="35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920A0B63-650C-CB0F-46D0-CAF9C648BE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Tree>
    <p:extLst>
      <p:ext uri="{BB962C8B-B14F-4D97-AF65-F5344CB8AC3E}">
        <p14:creationId xmlns:p14="http://schemas.microsoft.com/office/powerpoint/2010/main" val="3284787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81378-62CC-9706-50F3-DD6992B328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4889C9-D455-8CDD-C7EA-66BEBC3F129B}"/>
              </a:ext>
            </a:extLst>
          </p:cNvPr>
          <p:cNvSpPr txBox="1"/>
          <p:nvPr/>
        </p:nvSpPr>
        <p:spPr>
          <a:xfrm>
            <a:off x="914400" y="1066800"/>
            <a:ext cx="9696450" cy="526297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main objective of this project is to analyze student academic performance using data analytics and visualization techniques. The project aims to study the relationship between factors such as study hours, attendance, parental support, tutoring, extracurricular activities, and GPA. It also focuses on identifying trends and patterns that affect students academic success. By using Python libraries like Pandas, NumPy, Matplotlib, and Seaborn, the project performs Exploratory Data Analysis (EDA) to generate meaningful insights from the dataset. Various graphs and charts are used to visualize the data clearly and understand student behavior effectively. The project also aims to improve knowledge of data analysis techniques and demonstrate the practical application of data analytics in the education sector. Overall, the objective is to help understand the key factors influencing student performance and support better educational decision-making through data-driven analysis.</a:t>
            </a:r>
            <a:endParaRPr lang="en-US" sz="22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B16DF6EF-68A4-E806-2905-76887D53A520}"/>
              </a:ext>
            </a:extLst>
          </p:cNvPr>
          <p:cNvSpPr txBox="1">
            <a:spLocks/>
          </p:cNvSpPr>
          <p:nvPr/>
        </p:nvSpPr>
        <p:spPr>
          <a:xfrm>
            <a:off x="571500" y="304800"/>
            <a:ext cx="11201400" cy="609600"/>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0000" lnSpcReduction="10000"/>
          </a:bodyPr>
          <a:lstStyle>
            <a:lvl1pPr algn="l" rtl="0" eaLnBrk="1" latinLnBrk="0" hangingPunct="1">
              <a:spcBef>
                <a:spcPct val="0"/>
              </a:spcBef>
              <a:buNone/>
              <a:defRPr kumimoji="0" sz="3900" b="0" kern="1200" cap="small"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b="1" dirty="0">
                <a:latin typeface="Times New Roman" panose="02020603050405020304" pitchFamily="18" charset="0"/>
                <a:cs typeface="Times New Roman" panose="02020603050405020304" pitchFamily="18" charset="0"/>
              </a:rPr>
              <a:t>Project Objectives</a:t>
            </a:r>
          </a:p>
        </p:txBody>
      </p:sp>
      <p:pic>
        <p:nvPicPr>
          <p:cNvPr id="4" name="Picture 3">
            <a:extLst>
              <a:ext uri="{FF2B5EF4-FFF2-40B4-BE49-F238E27FC236}">
                <a16:creationId xmlns:a16="http://schemas.microsoft.com/office/drawing/2014/main" id="{D0509DB1-3CAA-5741-E3FC-BBD456184E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Tree>
    <p:extLst>
      <p:ext uri="{BB962C8B-B14F-4D97-AF65-F5344CB8AC3E}">
        <p14:creationId xmlns:p14="http://schemas.microsoft.com/office/powerpoint/2010/main" val="2830284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4AC1F-3DE1-EA1E-F488-0ACAAF0CA31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1C9C6C0-C9C7-9076-03C1-6430559EA3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2" name="TextBox 1">
            <a:extLst>
              <a:ext uri="{FF2B5EF4-FFF2-40B4-BE49-F238E27FC236}">
                <a16:creationId xmlns:a16="http://schemas.microsoft.com/office/drawing/2014/main" id="{115B50D9-26B6-192B-79D5-99A965062AA5}"/>
              </a:ext>
            </a:extLst>
          </p:cNvPr>
          <p:cNvSpPr txBox="1"/>
          <p:nvPr/>
        </p:nvSpPr>
        <p:spPr>
          <a:xfrm>
            <a:off x="742950" y="1143000"/>
            <a:ext cx="10858500" cy="674030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Dataset Name: Student Performance Analysis Dataset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Source: Kaggle (student academic performance dataset)</a:t>
            </a:r>
          </a:p>
          <a:p>
            <a:r>
              <a:rPr lang="en-US" sz="2400" dirty="0">
                <a:latin typeface="Times New Roman" panose="02020603050405020304" pitchFamily="18" charset="0"/>
                <a:cs typeface="Times New Roman" panose="02020603050405020304" pitchFamily="18" charset="0"/>
              </a:rPr>
              <a:t>Contains student academic and personal information collected for performance analysis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Provides detailed information about study behavior, attendance, GPA, and extracurricular activities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Useful for analyzing academic trends and factors affecting student performance</a:t>
            </a:r>
          </a:p>
          <a:p>
            <a:r>
              <a:rPr lang="en-US" sz="2400" b="1" dirty="0">
                <a:latin typeface="Times New Roman" panose="02020603050405020304" pitchFamily="18" charset="0"/>
                <a:cs typeface="Times New Roman" panose="02020603050405020304" pitchFamily="18" charset="0"/>
              </a:rPr>
              <a:t>Key Features of Dataset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Student ID and demographic information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Age and gender of students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Study hours and attendance records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GPA and grade class performance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Parental support and education details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Tutoring and extracurricular activity participation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Sports, music, and volunteering activities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Absence records and attendance percentage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Categorical and numerical educational data</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Helps in identifying factors influencing academic success and student behavior</a:t>
            </a:r>
          </a:p>
        </p:txBody>
      </p:sp>
      <p:sp>
        <p:nvSpPr>
          <p:cNvPr id="3" name="Title 1">
            <a:extLst>
              <a:ext uri="{FF2B5EF4-FFF2-40B4-BE49-F238E27FC236}">
                <a16:creationId xmlns:a16="http://schemas.microsoft.com/office/drawing/2014/main" id="{8D9E994D-1AD6-F2B3-BF8C-E44666A97D1C}"/>
              </a:ext>
            </a:extLst>
          </p:cNvPr>
          <p:cNvSpPr txBox="1">
            <a:spLocks/>
          </p:cNvSpPr>
          <p:nvPr/>
        </p:nvSpPr>
        <p:spPr>
          <a:xfrm>
            <a:off x="571500" y="304800"/>
            <a:ext cx="11201400" cy="609600"/>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0000" lnSpcReduction="10000"/>
          </a:bodyPr>
          <a:lstStyle>
            <a:lvl1pPr algn="l" rtl="0" eaLnBrk="1" latinLnBrk="0" hangingPunct="1">
              <a:spcBef>
                <a:spcPct val="0"/>
              </a:spcBef>
              <a:buNone/>
              <a:defRPr kumimoji="0" sz="3900" b="0" kern="1200" cap="small"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b="1" dirty="0">
                <a:latin typeface="Times New Roman" panose="02020603050405020304" pitchFamily="18" charset="0"/>
                <a:cs typeface="Times New Roman" panose="02020603050405020304" pitchFamily="18" charset="0"/>
              </a:rPr>
              <a:t>Dataset</a:t>
            </a:r>
          </a:p>
        </p:txBody>
      </p:sp>
    </p:spTree>
    <p:extLst>
      <p:ext uri="{BB962C8B-B14F-4D97-AF65-F5344CB8AC3E}">
        <p14:creationId xmlns:p14="http://schemas.microsoft.com/office/powerpoint/2010/main" val="3909209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DA0C2-2F79-2934-384D-1C90F09F377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DBA857A-7DE0-64A2-5791-2841520A02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2" name="TextBox 1">
            <a:extLst>
              <a:ext uri="{FF2B5EF4-FFF2-40B4-BE49-F238E27FC236}">
                <a16:creationId xmlns:a16="http://schemas.microsoft.com/office/drawing/2014/main" id="{A2A46D51-F649-6F77-CAC2-28348AB9C48A}"/>
              </a:ext>
            </a:extLst>
          </p:cNvPr>
          <p:cNvSpPr txBox="1"/>
          <p:nvPr/>
        </p:nvSpPr>
        <p:spPr>
          <a:xfrm>
            <a:off x="914400" y="990600"/>
            <a:ext cx="10439400" cy="674030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methodology used in this project involves several steps to analyze student academic performance effectively. First, the dataset was collected and imported into the </a:t>
            </a:r>
            <a:r>
              <a:rPr lang="en-US" sz="2400" dirty="0" err="1">
                <a:latin typeface="Times New Roman" panose="02020603050405020304" pitchFamily="18" charset="0"/>
                <a:cs typeface="Times New Roman" panose="02020603050405020304" pitchFamily="18" charset="0"/>
              </a:rPr>
              <a:t>Jupyter</a:t>
            </a:r>
            <a:r>
              <a:rPr lang="en-US" sz="2400" dirty="0">
                <a:latin typeface="Times New Roman" panose="02020603050405020304" pitchFamily="18" charset="0"/>
                <a:cs typeface="Times New Roman" panose="02020603050405020304" pitchFamily="18" charset="0"/>
              </a:rPr>
              <a:t> Notebook environment using Python. Libraries such as Pandas and NumPy were used for data cleaning, preprocessing, and handling missing or duplicate values.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After data cleaning, Exploratory Data Analysis (EDA) was performed to understand the structure and patterns within the dataset. Different statistical and visualization techniques were applied using Matplotlib and Seaborn libraries. Graphs such as histograms, boxplots, scatterplots, heatmaps, </a:t>
            </a:r>
            <a:r>
              <a:rPr lang="en-US" sz="2400" dirty="0" err="1">
                <a:latin typeface="Times New Roman" panose="02020603050405020304" pitchFamily="18" charset="0"/>
                <a:cs typeface="Times New Roman" panose="02020603050405020304" pitchFamily="18" charset="0"/>
              </a:rPr>
              <a:t>countplots</a:t>
            </a:r>
            <a:r>
              <a:rPr lang="en-US" sz="2400" dirty="0">
                <a:latin typeface="Times New Roman" panose="02020603050405020304" pitchFamily="18" charset="0"/>
                <a:cs typeface="Times New Roman" panose="02020603050405020304" pitchFamily="18" charset="0"/>
              </a:rPr>
              <a:t>, and bar charts were created to analyze relationships between variables like GPA, attendance, study hours, parental support, and extracurricular activities.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Feature analysis and grouping techniques were also used to compare academic performance across different categories. The results obtained from visualizations and statistical analysis were interpreted to generate meaningful insights about student behavior and academic trends. Finally, conclusions were drawn based on the analysis to understand the major factors affecting student performance.</a:t>
            </a:r>
          </a:p>
        </p:txBody>
      </p:sp>
      <p:sp>
        <p:nvSpPr>
          <p:cNvPr id="3" name="Title 1">
            <a:extLst>
              <a:ext uri="{FF2B5EF4-FFF2-40B4-BE49-F238E27FC236}">
                <a16:creationId xmlns:a16="http://schemas.microsoft.com/office/drawing/2014/main" id="{626A6F51-84ED-8F08-C370-83D7B87E69BB}"/>
              </a:ext>
            </a:extLst>
          </p:cNvPr>
          <p:cNvSpPr txBox="1">
            <a:spLocks/>
          </p:cNvSpPr>
          <p:nvPr/>
        </p:nvSpPr>
        <p:spPr>
          <a:xfrm>
            <a:off x="571500" y="304800"/>
            <a:ext cx="11201400" cy="609600"/>
          </a:xfrm>
          <a:prstGeom prst="rect">
            <a:avLst/>
          </a:prstGeom>
        </p:spPr>
        <p:style>
          <a:lnRef idx="1">
            <a:schemeClr val="accent2"/>
          </a:lnRef>
          <a:fillRef idx="2">
            <a:schemeClr val="accent2"/>
          </a:fillRef>
          <a:effectRef idx="1">
            <a:schemeClr val="accent2"/>
          </a:effectRef>
          <a:fontRef idx="minor">
            <a:schemeClr val="dk1"/>
          </a:fontRef>
        </p:style>
        <p:txBody>
          <a:bodyPr>
            <a:normAutofit fontScale="90000" lnSpcReduction="10000"/>
          </a:bodyPr>
          <a:lstStyle>
            <a:lvl1pPr algn="l" rtl="0" eaLnBrk="1" latinLnBrk="0" hangingPunct="1">
              <a:spcBef>
                <a:spcPct val="0"/>
              </a:spcBef>
              <a:buNone/>
              <a:defRPr kumimoji="0" sz="3900" b="0" kern="1200" cap="small"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b="1" dirty="0">
                <a:latin typeface="Times New Roman" panose="02020603050405020304" pitchFamily="18" charset="0"/>
                <a:cs typeface="Times New Roman" panose="02020603050405020304" pitchFamily="18" charset="0"/>
              </a:rPr>
              <a:t>Methodology</a:t>
            </a:r>
          </a:p>
        </p:txBody>
      </p:sp>
    </p:spTree>
    <p:extLst>
      <p:ext uri="{BB962C8B-B14F-4D97-AF65-F5344CB8AC3E}">
        <p14:creationId xmlns:p14="http://schemas.microsoft.com/office/powerpoint/2010/main" val="3999373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B4BD0AE-919B-B870-415A-E4EFF2E85B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2" name="Title 1"/>
          <p:cNvSpPr>
            <a:spLocks noGrp="1"/>
          </p:cNvSpPr>
          <p:nvPr>
            <p:ph type="title"/>
          </p:nvPr>
        </p:nvSpPr>
        <p:spPr>
          <a:xfrm>
            <a:off x="381000" y="329566"/>
            <a:ext cx="11201400" cy="584834"/>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b="1" dirty="0">
                <a:latin typeface="Times New Roman" panose="02020603050405020304" pitchFamily="18" charset="0"/>
                <a:cs typeface="Times New Roman" panose="02020603050405020304" pitchFamily="18" charset="0"/>
              </a:rPr>
              <a:t>Tools and Techniques</a:t>
            </a:r>
          </a:p>
        </p:txBody>
      </p:sp>
      <p:graphicFrame>
        <p:nvGraphicFramePr>
          <p:cNvPr id="10" name="Table 9">
            <a:extLst>
              <a:ext uri="{FF2B5EF4-FFF2-40B4-BE49-F238E27FC236}">
                <a16:creationId xmlns:a16="http://schemas.microsoft.com/office/drawing/2014/main" id="{B2A3866E-E752-B521-F249-2A442BB859F1}"/>
              </a:ext>
            </a:extLst>
          </p:cNvPr>
          <p:cNvGraphicFramePr>
            <a:graphicFrameLocks noGrp="1"/>
          </p:cNvGraphicFramePr>
          <p:nvPr>
            <p:extLst>
              <p:ext uri="{D42A27DB-BD31-4B8C-83A1-F6EECF244321}">
                <p14:modId xmlns:p14="http://schemas.microsoft.com/office/powerpoint/2010/main" val="3666085352"/>
              </p:ext>
            </p:extLst>
          </p:nvPr>
        </p:nvGraphicFramePr>
        <p:xfrm>
          <a:off x="685800" y="1143001"/>
          <a:ext cx="10896600" cy="6655052"/>
        </p:xfrm>
        <a:graphic>
          <a:graphicData uri="http://schemas.openxmlformats.org/drawingml/2006/table">
            <a:tbl>
              <a:tblPr firstRow="1" bandRow="1">
                <a:tableStyleId>{5C22544A-7EE6-4342-B048-85BDC9FD1C3A}</a:tableStyleId>
              </a:tblPr>
              <a:tblGrid>
                <a:gridCol w="1044393">
                  <a:extLst>
                    <a:ext uri="{9D8B030D-6E8A-4147-A177-3AD203B41FA5}">
                      <a16:colId xmlns:a16="http://schemas.microsoft.com/office/drawing/2014/main" val="429093863"/>
                    </a:ext>
                  </a:extLst>
                </a:gridCol>
                <a:gridCol w="1927407">
                  <a:extLst>
                    <a:ext uri="{9D8B030D-6E8A-4147-A177-3AD203B41FA5}">
                      <a16:colId xmlns:a16="http://schemas.microsoft.com/office/drawing/2014/main" val="433814821"/>
                    </a:ext>
                  </a:extLst>
                </a:gridCol>
                <a:gridCol w="7924800">
                  <a:extLst>
                    <a:ext uri="{9D8B030D-6E8A-4147-A177-3AD203B41FA5}">
                      <a16:colId xmlns:a16="http://schemas.microsoft.com/office/drawing/2014/main" val="1562729915"/>
                    </a:ext>
                  </a:extLst>
                </a:gridCol>
              </a:tblGrid>
              <a:tr h="894332">
                <a:tc>
                  <a:txBody>
                    <a:bodyPr/>
                    <a:lstStyle/>
                    <a:p>
                      <a:pPr algn="ctr">
                        <a:buNone/>
                      </a:pPr>
                      <a:r>
                        <a:rPr lang="en-IN" dirty="0">
                          <a:latin typeface="Times New Roman" panose="02020603050405020304" pitchFamily="18" charset="0"/>
                          <a:cs typeface="Times New Roman" panose="02020603050405020304" pitchFamily="18" charset="0"/>
                        </a:rPr>
                        <a:t>S.No</a:t>
                      </a:r>
                    </a:p>
                  </a:txBody>
                  <a:tcPr anchor="ctr"/>
                </a:tc>
                <a:tc>
                  <a:txBody>
                    <a:bodyPr/>
                    <a:lstStyle/>
                    <a:p>
                      <a:pPr algn="ctr">
                        <a:buNone/>
                      </a:pPr>
                      <a:r>
                        <a:rPr lang="en-IN" b="1" dirty="0">
                          <a:latin typeface="Times New Roman" panose="02020603050405020304" pitchFamily="18" charset="0"/>
                          <a:cs typeface="Times New Roman" panose="02020603050405020304" pitchFamily="18" charset="0"/>
                        </a:rPr>
                        <a:t>Tool / Library</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lnSpc>
                          <a:spcPct val="100000"/>
                        </a:lnSpc>
                      </a:pPr>
                      <a:endParaRPr lang="en-IN" dirty="0">
                        <a:latin typeface="Times New Roman" panose="02020603050405020304" pitchFamily="18" charset="0"/>
                        <a:cs typeface="Times New Roman" panose="02020603050405020304" pitchFamily="18" charset="0"/>
                      </a:endParaRPr>
                    </a:p>
                    <a:p>
                      <a:pPr algn="ctr">
                        <a:lnSpc>
                          <a:spcPct val="100000"/>
                        </a:lnSpc>
                      </a:pPr>
                      <a:r>
                        <a:rPr lang="en-IN"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1315241082"/>
                  </a:ext>
                </a:extLst>
              </a:tr>
              <a:tr h="906754">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1.</a:t>
                      </a:r>
                    </a:p>
                  </a:txBody>
                  <a:tcPr/>
                </a:tc>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NumPy</a:t>
                      </a:r>
                    </a:p>
                  </a:txBody>
                  <a:tcPr/>
                </a:tc>
                <a:tc>
                  <a:txBody>
                    <a:bodyPr/>
                    <a:lstStyle/>
                    <a:p>
                      <a:pPr algn="l"/>
                      <a:r>
                        <a:rPr lang="en-US" dirty="0">
                          <a:latin typeface="Times New Roman" panose="02020603050405020304" pitchFamily="18" charset="0"/>
                          <a:cs typeface="Times New Roman" panose="02020603050405020304" pitchFamily="18" charset="0"/>
                        </a:rPr>
                        <a:t>NumPy is a Python library used for numerical computing. It supports large multi-dimensional arrays and matrices, along with mathematical functions to perform fast and efficient operations on data.</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91681675"/>
                  </a:ext>
                </a:extLst>
              </a:tr>
              <a:tr h="906754">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2.</a:t>
                      </a:r>
                    </a:p>
                  </a:txBody>
                  <a:tcPr/>
                </a:tc>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Pandas</a:t>
                      </a:r>
                    </a:p>
                  </a:txBody>
                  <a:tcPr/>
                </a:tc>
                <a:tc>
                  <a:txBody>
                    <a:bodyPr/>
                    <a:lstStyle/>
                    <a:p>
                      <a:pPr algn="l"/>
                      <a:r>
                        <a:rPr lang="en-US" dirty="0">
                          <a:latin typeface="Times New Roman" panose="02020603050405020304" pitchFamily="18" charset="0"/>
                          <a:cs typeface="Times New Roman" panose="02020603050405020304" pitchFamily="18" charset="0"/>
                        </a:rPr>
                        <a:t>Pandas is a powerful Python library used for data manipulation and analysis. It provides data structures like Series and </a:t>
                      </a:r>
                      <a:r>
                        <a:rPr lang="en-US" dirty="0" err="1">
                          <a:latin typeface="Times New Roman" panose="02020603050405020304" pitchFamily="18" charset="0"/>
                          <a:cs typeface="Times New Roman" panose="02020603050405020304" pitchFamily="18" charset="0"/>
                        </a:rPr>
                        <a:t>DataFrame</a:t>
                      </a:r>
                      <a:r>
                        <a:rPr lang="en-US" dirty="0">
                          <a:latin typeface="Times New Roman" panose="02020603050405020304" pitchFamily="18" charset="0"/>
                          <a:cs typeface="Times New Roman" panose="02020603050405020304" pitchFamily="18" charset="0"/>
                        </a:rPr>
                        <a:t> to handle structured data efficiently and perform cleaning, filtering, and transformation.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35451678"/>
                  </a:ext>
                </a:extLst>
              </a:tr>
              <a:tr h="906754">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3.</a:t>
                      </a:r>
                    </a:p>
                  </a:txBody>
                  <a:tcPr/>
                </a:tc>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Matplotlib</a:t>
                      </a:r>
                    </a:p>
                  </a:txBody>
                  <a:tcPr/>
                </a:tc>
                <a:tc>
                  <a:txBody>
                    <a:bodyPr/>
                    <a:lstStyle/>
                    <a:p>
                      <a:pPr algn="l"/>
                      <a:r>
                        <a:rPr lang="en-US" dirty="0">
                          <a:latin typeface="Times New Roman" panose="02020603050405020304" pitchFamily="18" charset="0"/>
                          <a:cs typeface="Times New Roman" panose="02020603050405020304" pitchFamily="18" charset="0"/>
                        </a:rPr>
                        <a:t>Matplotlib is a data visualization library in Python used to create graphs such as bar charts, line plots, histograms, and scatter plots for better understanding of data patterns.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15752284"/>
                  </a:ext>
                </a:extLst>
              </a:tr>
              <a:tr h="875928">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4.</a:t>
                      </a:r>
                    </a:p>
                  </a:txBody>
                  <a:tcPr/>
                </a:tc>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Seaborn</a:t>
                      </a:r>
                    </a:p>
                  </a:txBody>
                  <a:tcPr/>
                </a:tc>
                <a:tc>
                  <a:txBody>
                    <a:bodyPr/>
                    <a:lstStyle/>
                    <a:p>
                      <a:pPr algn="l"/>
                      <a:r>
                        <a:rPr lang="en-US" dirty="0">
                          <a:latin typeface="Times New Roman" panose="02020603050405020304" pitchFamily="18" charset="0"/>
                          <a:cs typeface="Times New Roman" panose="02020603050405020304" pitchFamily="18" charset="0"/>
                        </a:rPr>
                        <a:t>Seaborn is built on Matplotlib and is used for statistical data visualization. It helps in creating attractive and informative graphs like heatmaps, distribution plots, and categorical plots.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42726583"/>
                  </a:ext>
                </a:extLst>
              </a:tr>
              <a:tr h="906754">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5.</a:t>
                      </a:r>
                    </a:p>
                  </a:txBody>
                  <a:tcPr/>
                </a:tc>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a:t>
                      </a:r>
                    </a:p>
                  </a:txBody>
                  <a:tcPr/>
                </a:tc>
                <a:tc>
                  <a:txBody>
                    <a:bodyPr/>
                    <a:lstStyle/>
                    <a:p>
                      <a:pPr algn="l"/>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 is an interactive environment used to write and execute Python code. It allows combining code, visualizations, and text in a single document for easy analysis and reporting.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63289518"/>
                  </a:ext>
                </a:extLst>
              </a:tr>
              <a:tr h="1138706">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6</a:t>
                      </a:r>
                    </a:p>
                  </a:txBody>
                  <a:tcPr/>
                </a:tc>
                <a:tc>
                  <a:txBody>
                    <a:bodyPr/>
                    <a:lstStyle/>
                    <a:p>
                      <a:pPr algn="ctr"/>
                      <a:endParaRPr lang="en-IN" dirty="0"/>
                    </a:p>
                    <a:p>
                      <a:pPr algn="ctr"/>
                      <a:r>
                        <a:rPr lang="en-IN" dirty="0"/>
                        <a:t>Power BI</a:t>
                      </a:r>
                      <a:endParaRPr lang="en-IN" dirty="0">
                        <a:latin typeface="Times New Roman" panose="02020603050405020304" pitchFamily="18" charset="0"/>
                        <a:cs typeface="Times New Roman" panose="02020603050405020304" pitchFamily="18" charset="0"/>
                      </a:endParaRPr>
                    </a:p>
                  </a:txBody>
                  <a:tcPr/>
                </a:tc>
                <a:tc>
                  <a:txBody>
                    <a:bodyPr/>
                    <a:lstStyle/>
                    <a:p>
                      <a:pPr algn="l"/>
                      <a:r>
                        <a:rPr lang="en-US" dirty="0"/>
                        <a:t>Power BI is a business analytics and data visualization tool used to create interactive dashboards and reports. It helps in transforming raw data into meaningful insights using charts, graphs, KPIs, and filters for better decision-making and analysis.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21124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14D65-5755-9488-5D16-93174394547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8A1662-E3C0-8CB5-E429-881401B202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3" name="Title 1">
            <a:extLst>
              <a:ext uri="{FF2B5EF4-FFF2-40B4-BE49-F238E27FC236}">
                <a16:creationId xmlns:a16="http://schemas.microsoft.com/office/drawing/2014/main" id="{2E8AA0B7-D753-4052-3158-D921954580A0}"/>
              </a:ext>
            </a:extLst>
          </p:cNvPr>
          <p:cNvSpPr txBox="1">
            <a:spLocks/>
          </p:cNvSpPr>
          <p:nvPr/>
        </p:nvSpPr>
        <p:spPr>
          <a:xfrm>
            <a:off x="571500" y="304800"/>
            <a:ext cx="11201400" cy="609600"/>
          </a:xfrm>
          <a:prstGeom prst="rect">
            <a:avLst/>
          </a:prstGeom>
        </p:spPr>
        <p:style>
          <a:lnRef idx="1">
            <a:schemeClr val="accent2"/>
          </a:lnRef>
          <a:fillRef idx="2">
            <a:schemeClr val="accent2"/>
          </a:fillRef>
          <a:effectRef idx="1">
            <a:schemeClr val="accent2"/>
          </a:effectRef>
          <a:fontRef idx="minor">
            <a:schemeClr val="dk1"/>
          </a:fontRef>
        </p:style>
        <p:txBody>
          <a:bodyPr>
            <a:noAutofit/>
          </a:bodyPr>
          <a:lstStyle>
            <a:lvl1pPr algn="l" rtl="0" eaLnBrk="1" latinLnBrk="0" hangingPunct="1">
              <a:spcBef>
                <a:spcPct val="0"/>
              </a:spcBef>
              <a:buNone/>
              <a:defRPr kumimoji="0" sz="3900" b="0" kern="1200" cap="small"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3500" b="1" dirty="0">
                <a:latin typeface="Times New Roman" panose="02020603050405020304" pitchFamily="18" charset="0"/>
                <a:cs typeface="Times New Roman" panose="02020603050405020304" pitchFamily="18" charset="0"/>
              </a:rPr>
              <a:t>Entity RELATIONSIP Diagrams</a:t>
            </a:r>
          </a:p>
        </p:txBody>
      </p:sp>
      <p:pic>
        <p:nvPicPr>
          <p:cNvPr id="4" name="Image 8">
            <a:extLst>
              <a:ext uri="{FF2B5EF4-FFF2-40B4-BE49-F238E27FC236}">
                <a16:creationId xmlns:a16="http://schemas.microsoft.com/office/drawing/2014/main" id="{DFC2451A-1C11-4790-8C1E-AD051668267C}"/>
              </a:ext>
            </a:extLst>
          </p:cNvPr>
          <p:cNvPicPr>
            <a:picLocks/>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20000"/>
                    </a14:imgEffect>
                  </a14:imgLayer>
                </a14:imgProps>
              </a:ext>
              <a:ext uri="{28A0092B-C50C-407E-A947-70E740481C1C}">
                <a14:useLocalDpi xmlns:a14="http://schemas.microsoft.com/office/drawing/2010/main" val="0"/>
              </a:ext>
            </a:extLst>
          </a:blip>
          <a:srcRect/>
          <a:stretch/>
        </p:blipFill>
        <p:spPr>
          <a:xfrm>
            <a:off x="1104900" y="1295400"/>
            <a:ext cx="10134600" cy="6019800"/>
          </a:xfrm>
          <a:prstGeom prst="rect">
            <a:avLst/>
          </a:prstGeom>
        </p:spPr>
      </p:pic>
    </p:spTree>
    <p:extLst>
      <p:ext uri="{BB962C8B-B14F-4D97-AF65-F5344CB8AC3E}">
        <p14:creationId xmlns:p14="http://schemas.microsoft.com/office/powerpoint/2010/main" val="177279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EDA96-4DD1-EEF4-7CA1-419A8CD6772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A7665FF-3ACB-218B-684A-B259827D8E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3" name="Title 1">
            <a:extLst>
              <a:ext uri="{FF2B5EF4-FFF2-40B4-BE49-F238E27FC236}">
                <a16:creationId xmlns:a16="http://schemas.microsoft.com/office/drawing/2014/main" id="{58FF975E-19EB-5043-32F1-6C645A14F09E}"/>
              </a:ext>
            </a:extLst>
          </p:cNvPr>
          <p:cNvSpPr txBox="1">
            <a:spLocks/>
          </p:cNvSpPr>
          <p:nvPr/>
        </p:nvSpPr>
        <p:spPr>
          <a:xfrm>
            <a:off x="571500" y="304800"/>
            <a:ext cx="11201400" cy="609600"/>
          </a:xfrm>
          <a:prstGeom prst="rect">
            <a:avLst/>
          </a:prstGeom>
        </p:spPr>
        <p:style>
          <a:lnRef idx="1">
            <a:schemeClr val="accent2"/>
          </a:lnRef>
          <a:fillRef idx="2">
            <a:schemeClr val="accent2"/>
          </a:fillRef>
          <a:effectRef idx="1">
            <a:schemeClr val="accent2"/>
          </a:effectRef>
          <a:fontRef idx="minor">
            <a:schemeClr val="dk1"/>
          </a:fontRef>
        </p:style>
        <p:txBody>
          <a:bodyPr>
            <a:noAutofit/>
          </a:bodyPr>
          <a:lstStyle>
            <a:lvl1pPr algn="l" rtl="0" eaLnBrk="1" latinLnBrk="0" hangingPunct="1">
              <a:spcBef>
                <a:spcPct val="0"/>
              </a:spcBef>
              <a:buNone/>
              <a:defRPr kumimoji="0" sz="3900" b="0" kern="1200" cap="small"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500" b="1" dirty="0">
                <a:latin typeface="Times New Roman" panose="02020603050405020304" pitchFamily="18" charset="0"/>
                <a:cs typeface="Times New Roman" panose="02020603050405020304" pitchFamily="18" charset="0"/>
              </a:rPr>
              <a:t>Data Flow Diagram</a:t>
            </a:r>
            <a:endParaRPr lang="en-IN" sz="3500" b="1" dirty="0">
              <a:latin typeface="Times New Roman" panose="02020603050405020304" pitchFamily="18" charset="0"/>
              <a:cs typeface="Times New Roman" panose="02020603050405020304" pitchFamily="18" charset="0"/>
            </a:endParaRPr>
          </a:p>
        </p:txBody>
      </p:sp>
      <p:pic>
        <p:nvPicPr>
          <p:cNvPr id="2" name="Image 9">
            <a:extLst>
              <a:ext uri="{FF2B5EF4-FFF2-40B4-BE49-F238E27FC236}">
                <a16:creationId xmlns:a16="http://schemas.microsoft.com/office/drawing/2014/main" id="{26122581-8227-2C90-ABE3-1EB13603DAD5}"/>
              </a:ext>
            </a:extLst>
          </p:cNvPr>
          <p:cNvPicPr>
            <a:picLocks/>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20000"/>
                    </a14:imgEffect>
                  </a14:imgLayer>
                </a14:imgProps>
              </a:ext>
              <a:ext uri="{28A0092B-C50C-407E-A947-70E740481C1C}">
                <a14:useLocalDpi xmlns:a14="http://schemas.microsoft.com/office/drawing/2010/main" val="0"/>
              </a:ext>
            </a:extLst>
          </a:blip>
          <a:srcRect/>
          <a:stretch/>
        </p:blipFill>
        <p:spPr>
          <a:xfrm>
            <a:off x="723900" y="1559408"/>
            <a:ext cx="10896600" cy="5720383"/>
          </a:xfrm>
          <a:prstGeom prst="rect">
            <a:avLst/>
          </a:prstGeom>
        </p:spPr>
      </p:pic>
    </p:spTree>
    <p:extLst>
      <p:ext uri="{BB962C8B-B14F-4D97-AF65-F5344CB8AC3E}">
        <p14:creationId xmlns:p14="http://schemas.microsoft.com/office/powerpoint/2010/main" val="3666814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C3CF4-5525-A8A2-8D50-FF4CE4E66E7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AB76D04-313C-20C3-7FF3-B828D3680B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3" name="Title 1">
            <a:extLst>
              <a:ext uri="{FF2B5EF4-FFF2-40B4-BE49-F238E27FC236}">
                <a16:creationId xmlns:a16="http://schemas.microsoft.com/office/drawing/2014/main" id="{01D69A15-EF2E-2025-BA3A-DF79BFEB8F2A}"/>
              </a:ext>
            </a:extLst>
          </p:cNvPr>
          <p:cNvSpPr txBox="1">
            <a:spLocks/>
          </p:cNvSpPr>
          <p:nvPr/>
        </p:nvSpPr>
        <p:spPr>
          <a:xfrm>
            <a:off x="571500" y="304800"/>
            <a:ext cx="11201400" cy="609600"/>
          </a:xfrm>
          <a:prstGeom prst="rect">
            <a:avLst/>
          </a:prstGeom>
        </p:spPr>
        <p:style>
          <a:lnRef idx="1">
            <a:schemeClr val="accent2"/>
          </a:lnRef>
          <a:fillRef idx="2">
            <a:schemeClr val="accent2"/>
          </a:fillRef>
          <a:effectRef idx="1">
            <a:schemeClr val="accent2"/>
          </a:effectRef>
          <a:fontRef idx="minor">
            <a:schemeClr val="dk1"/>
          </a:fontRef>
        </p:style>
        <p:txBody>
          <a:bodyPr>
            <a:noAutofit/>
          </a:bodyPr>
          <a:lstStyle>
            <a:lvl1pPr algn="l" rtl="0" eaLnBrk="1" latinLnBrk="0" hangingPunct="1">
              <a:spcBef>
                <a:spcPct val="0"/>
              </a:spcBef>
              <a:buNone/>
              <a:defRPr kumimoji="0" sz="3900" b="0" kern="1200" cap="small"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500" b="1" dirty="0">
                <a:latin typeface="Times New Roman" panose="02020603050405020304" pitchFamily="18" charset="0"/>
                <a:cs typeface="Times New Roman" panose="02020603050405020304" pitchFamily="18" charset="0"/>
              </a:rPr>
              <a:t>Data Flow Diagram</a:t>
            </a:r>
            <a:endParaRPr lang="en-IN" sz="3500" b="1" dirty="0">
              <a:latin typeface="Times New Roman" panose="02020603050405020304" pitchFamily="18" charset="0"/>
              <a:cs typeface="Times New Roman" panose="02020603050405020304" pitchFamily="18" charset="0"/>
            </a:endParaRPr>
          </a:p>
        </p:txBody>
      </p:sp>
      <p:pic>
        <p:nvPicPr>
          <p:cNvPr id="4" name="Image 10">
            <a:extLst>
              <a:ext uri="{FF2B5EF4-FFF2-40B4-BE49-F238E27FC236}">
                <a16:creationId xmlns:a16="http://schemas.microsoft.com/office/drawing/2014/main" id="{21C1903A-22A5-E987-E475-97D477501B66}"/>
              </a:ext>
            </a:extLst>
          </p:cNvPr>
          <p:cNvPicPr>
            <a:picLocks/>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20000"/>
                    </a14:imgEffect>
                  </a14:imgLayer>
                </a14:imgProps>
              </a:ext>
              <a:ext uri="{28A0092B-C50C-407E-A947-70E740481C1C}">
                <a14:useLocalDpi xmlns:a14="http://schemas.microsoft.com/office/drawing/2010/main" val="0"/>
              </a:ext>
            </a:extLst>
          </a:blip>
          <a:srcRect/>
          <a:stretch/>
        </p:blipFill>
        <p:spPr>
          <a:xfrm>
            <a:off x="666750" y="1219200"/>
            <a:ext cx="11010900" cy="6705600"/>
          </a:xfrm>
          <a:prstGeom prst="rect">
            <a:avLst/>
          </a:prstGeom>
        </p:spPr>
      </p:pic>
    </p:spTree>
    <p:extLst>
      <p:ext uri="{BB962C8B-B14F-4D97-AF65-F5344CB8AC3E}">
        <p14:creationId xmlns:p14="http://schemas.microsoft.com/office/powerpoint/2010/main" val="769254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87C2E-A52B-66A1-B1EE-A767A4D465E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F446627-E88A-A0AA-A795-3A29D2F94C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3" name="Title 1">
            <a:extLst>
              <a:ext uri="{FF2B5EF4-FFF2-40B4-BE49-F238E27FC236}">
                <a16:creationId xmlns:a16="http://schemas.microsoft.com/office/drawing/2014/main" id="{363D6AC6-DB36-53A2-9D7E-FD04D35BAD30}"/>
              </a:ext>
            </a:extLst>
          </p:cNvPr>
          <p:cNvSpPr txBox="1">
            <a:spLocks/>
          </p:cNvSpPr>
          <p:nvPr/>
        </p:nvSpPr>
        <p:spPr>
          <a:xfrm>
            <a:off x="571500" y="304800"/>
            <a:ext cx="11201400" cy="609600"/>
          </a:xfrm>
          <a:prstGeom prst="rect">
            <a:avLst/>
          </a:prstGeom>
        </p:spPr>
        <p:style>
          <a:lnRef idx="1">
            <a:schemeClr val="accent2"/>
          </a:lnRef>
          <a:fillRef idx="2">
            <a:schemeClr val="accent2"/>
          </a:fillRef>
          <a:effectRef idx="1">
            <a:schemeClr val="accent2"/>
          </a:effectRef>
          <a:fontRef idx="minor">
            <a:schemeClr val="dk1"/>
          </a:fontRef>
        </p:style>
        <p:txBody>
          <a:bodyPr>
            <a:noAutofit/>
          </a:bodyPr>
          <a:lstStyle>
            <a:lvl1pPr algn="l" rtl="0" eaLnBrk="1" latinLnBrk="0" hangingPunct="1">
              <a:spcBef>
                <a:spcPct val="0"/>
              </a:spcBef>
              <a:buNone/>
              <a:defRPr kumimoji="0" sz="3900" b="0" kern="1200" cap="small" baseline="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500" b="1" dirty="0">
                <a:latin typeface="Times New Roman" panose="02020603050405020304" pitchFamily="18" charset="0"/>
                <a:cs typeface="Times New Roman" panose="02020603050405020304" pitchFamily="18" charset="0"/>
              </a:rPr>
              <a:t>USE CASE DIAGRAM</a:t>
            </a:r>
            <a:endParaRPr lang="en-IN" sz="3500" b="1" dirty="0">
              <a:latin typeface="Times New Roman" panose="02020603050405020304" pitchFamily="18" charset="0"/>
              <a:cs typeface="Times New Roman" panose="02020603050405020304" pitchFamily="18" charset="0"/>
            </a:endParaRPr>
          </a:p>
        </p:txBody>
      </p:sp>
      <p:pic>
        <p:nvPicPr>
          <p:cNvPr id="2" name="Image 11">
            <a:extLst>
              <a:ext uri="{FF2B5EF4-FFF2-40B4-BE49-F238E27FC236}">
                <a16:creationId xmlns:a16="http://schemas.microsoft.com/office/drawing/2014/main" id="{1F2403BB-C38C-2699-C8DD-E31F1D7CE96B}"/>
              </a:ext>
            </a:extLst>
          </p:cNvPr>
          <p:cNvPicPr>
            <a:picLocks/>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20000"/>
                    </a14:imgEffect>
                  </a14:imgLayer>
                </a14:imgProps>
              </a:ext>
              <a:ext uri="{28A0092B-C50C-407E-A947-70E740481C1C}">
                <a14:useLocalDpi xmlns:a14="http://schemas.microsoft.com/office/drawing/2010/main" val="0"/>
              </a:ext>
            </a:extLst>
          </a:blip>
          <a:srcRect/>
          <a:stretch/>
        </p:blipFill>
        <p:spPr>
          <a:xfrm>
            <a:off x="1143000" y="1167442"/>
            <a:ext cx="10058400" cy="6781800"/>
          </a:xfrm>
          <a:prstGeom prst="rect">
            <a:avLst/>
          </a:prstGeom>
        </p:spPr>
      </p:pic>
    </p:spTree>
    <p:extLst>
      <p:ext uri="{BB962C8B-B14F-4D97-AF65-F5344CB8AC3E}">
        <p14:creationId xmlns:p14="http://schemas.microsoft.com/office/powerpoint/2010/main" val="3090441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9A21B-DFA4-9285-F7FE-52D937CE54D6}"/>
              </a:ext>
            </a:extLst>
          </p:cNvPr>
          <p:cNvSpPr>
            <a:spLocks noGrp="1"/>
          </p:cNvSpPr>
          <p:nvPr>
            <p:ph type="title"/>
          </p:nvPr>
        </p:nvSpPr>
        <p:spPr>
          <a:xfrm>
            <a:off x="596900" y="152400"/>
            <a:ext cx="10081260" cy="609600"/>
          </a:xfrm>
        </p:spPr>
        <p:txBody>
          <a:bodyPr>
            <a:normAutofit fontScale="90000"/>
          </a:bodyPr>
          <a:lstStyle/>
          <a:p>
            <a:r>
              <a:rPr lang="en-US" sz="3500" b="1" dirty="0">
                <a:solidFill>
                  <a:schemeClr val="tx1">
                    <a:lumMod val="95000"/>
                    <a:lumOff val="5000"/>
                  </a:schemeClr>
                </a:solidFill>
                <a:latin typeface="Times New Roman" panose="02020603050405020304" pitchFamily="18" charset="0"/>
                <a:cs typeface="Times New Roman" panose="02020603050405020304" pitchFamily="18" charset="0"/>
              </a:rPr>
              <a:t>INSIGHTS:</a:t>
            </a:r>
            <a:endParaRPr lang="en-IN" sz="35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EEFA4F-A294-ED5A-4E6F-C0C4D10B4FE4}"/>
              </a:ext>
            </a:extLst>
          </p:cNvPr>
          <p:cNvSpPr>
            <a:spLocks noGrp="1"/>
          </p:cNvSpPr>
          <p:nvPr>
            <p:ph sz="quarter" idx="1"/>
          </p:nvPr>
        </p:nvSpPr>
        <p:spPr>
          <a:xfrm>
            <a:off x="685800" y="762000"/>
            <a:ext cx="10081260" cy="6625742"/>
          </a:xfrm>
        </p:spPr>
        <p:txBody>
          <a:bodyPr>
            <a:noAutofit/>
          </a:bodyPr>
          <a:lstStyle/>
          <a:p>
            <a:pPr marL="0" indent="0" algn="just">
              <a:lnSpc>
                <a:spcPct val="107000"/>
              </a:lnSpc>
              <a:spcAft>
                <a:spcPts val="800"/>
              </a:spcAft>
              <a:buNone/>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1. </a:t>
            </a:r>
            <a:r>
              <a:rPr lang="en-US" sz="2400" dirty="0">
                <a:latin typeface="Times New Roman" panose="02020603050405020304" pitchFamily="18" charset="0"/>
                <a:cs typeface="Times New Roman" panose="02020603050405020304" pitchFamily="18" charset="0"/>
              </a:rPr>
              <a:t>Most Students GPA </a:t>
            </a: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a:t>
            </a:r>
          </a:p>
          <a:p>
            <a:pPr>
              <a:lnSpc>
                <a:spcPct val="107000"/>
              </a:lnSpc>
              <a:spcAft>
                <a:spcPts val="800"/>
              </a:spcAft>
              <a:buClr>
                <a:schemeClr val="tx1">
                  <a:lumMod val="95000"/>
                  <a:lumOff val="5000"/>
                </a:schemeClr>
              </a:buClr>
              <a:buSzPct val="100000"/>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The histogram plot shows most students GPA values are concentrated around the average range overall.</a:t>
            </a:r>
          </a:p>
        </p:txBody>
      </p:sp>
      <p:pic>
        <p:nvPicPr>
          <p:cNvPr id="4" name="Picture 3">
            <a:extLst>
              <a:ext uri="{FF2B5EF4-FFF2-40B4-BE49-F238E27FC236}">
                <a16:creationId xmlns:a16="http://schemas.microsoft.com/office/drawing/2014/main" id="{A68988DD-BC5F-B4CF-FBB9-3E4506C380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7" name="Picture 6">
            <a:extLst>
              <a:ext uri="{FF2B5EF4-FFF2-40B4-BE49-F238E27FC236}">
                <a16:creationId xmlns:a16="http://schemas.microsoft.com/office/drawing/2014/main" id="{BDABDF33-BBC2-6E9D-4111-7759A30BA04B}"/>
              </a:ext>
            </a:extLst>
          </p:cNvPr>
          <p:cNvPicPr>
            <a:picLocks noChangeAspect="1"/>
          </p:cNvPicPr>
          <p:nvPr/>
        </p:nvPicPr>
        <p:blipFill>
          <a:blip r:embed="rId3"/>
          <a:srcRect t="1329"/>
          <a:stretch>
            <a:fillRect/>
          </a:stretch>
        </p:blipFill>
        <p:spPr>
          <a:xfrm>
            <a:off x="906300" y="2418550"/>
            <a:ext cx="10531799" cy="5658650"/>
          </a:xfrm>
          <a:prstGeom prst="rect">
            <a:avLst/>
          </a:prstGeom>
        </p:spPr>
      </p:pic>
    </p:spTree>
    <p:extLst>
      <p:ext uri="{BB962C8B-B14F-4D97-AF65-F5344CB8AC3E}">
        <p14:creationId xmlns:p14="http://schemas.microsoft.com/office/powerpoint/2010/main" val="849440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FB89-42AD-CE8F-F1B2-75223D184C27}"/>
              </a:ext>
            </a:extLst>
          </p:cNvPr>
          <p:cNvSpPr txBox="1"/>
          <p:nvPr/>
        </p:nvSpPr>
        <p:spPr>
          <a:xfrm>
            <a:off x="457200" y="429342"/>
            <a:ext cx="10820400" cy="1200329"/>
          </a:xfrm>
          <a:prstGeom prst="rect">
            <a:avLst/>
          </a:prstGeom>
          <a:noFill/>
        </p:spPr>
        <p:txBody>
          <a:bodyPr wrap="square" rtlCol="0">
            <a:spAutoFit/>
          </a:bodyPr>
          <a:lstStyle/>
          <a:p>
            <a:r>
              <a:rPr lang="en-IN" sz="2400" b="1"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2.</a:t>
            </a:r>
            <a:r>
              <a:rPr lang="en-IN" sz="24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 Gender Distribution</a:t>
            </a:r>
            <a:endParaRPr lang="en-IN" sz="2400" b="1" dirty="0">
              <a:latin typeface="Times New Roman" panose="02020603050405020304" pitchFamily="18" charset="0"/>
              <a:ea typeface="SimSun" panose="02010600030101010101" pitchFamily="2" charset="-122"/>
              <a:cs typeface="Times New Roman" panose="02020603050405020304" pitchFamily="18" charset="0"/>
            </a:endParaRPr>
          </a:p>
          <a:p>
            <a:pPr marL="342900" indent="-342900">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countplot</a:t>
            </a:r>
            <a:r>
              <a:rPr lang="en-US" sz="2400" dirty="0">
                <a:latin typeface="Times New Roman" panose="02020603050405020304" pitchFamily="18" charset="0"/>
                <a:cs typeface="Times New Roman" panose="02020603050405020304" pitchFamily="18" charset="0"/>
              </a:rPr>
              <a:t> shows the distribution of male and female students in the dataset is nearly balanced</a:t>
            </a:r>
          </a:p>
        </p:txBody>
      </p:sp>
      <p:pic>
        <p:nvPicPr>
          <p:cNvPr id="5" name="Picture 4">
            <a:extLst>
              <a:ext uri="{FF2B5EF4-FFF2-40B4-BE49-F238E27FC236}">
                <a16:creationId xmlns:a16="http://schemas.microsoft.com/office/drawing/2014/main" id="{83ABB3CA-6A04-69C3-F2AA-22B921EDD0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6" name="Picture 5">
            <a:extLst>
              <a:ext uri="{FF2B5EF4-FFF2-40B4-BE49-F238E27FC236}">
                <a16:creationId xmlns:a16="http://schemas.microsoft.com/office/drawing/2014/main" id="{16BBD61D-BA1E-4B46-635B-9C8C4C1A6013}"/>
              </a:ext>
            </a:extLst>
          </p:cNvPr>
          <p:cNvPicPr>
            <a:picLocks noChangeAspect="1"/>
          </p:cNvPicPr>
          <p:nvPr/>
        </p:nvPicPr>
        <p:blipFill>
          <a:blip r:embed="rId3"/>
          <a:stretch>
            <a:fillRect/>
          </a:stretch>
        </p:blipFill>
        <p:spPr>
          <a:xfrm>
            <a:off x="1104900" y="1953658"/>
            <a:ext cx="10134600" cy="5725324"/>
          </a:xfrm>
          <a:prstGeom prst="rect">
            <a:avLst/>
          </a:prstGeom>
        </p:spPr>
      </p:pic>
    </p:spTree>
    <p:extLst>
      <p:ext uri="{BB962C8B-B14F-4D97-AF65-F5344CB8AC3E}">
        <p14:creationId xmlns:p14="http://schemas.microsoft.com/office/powerpoint/2010/main" val="3090519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D3307E-448B-4340-9471-09FEB30D81C6}"/>
              </a:ext>
            </a:extLst>
          </p:cNvPr>
          <p:cNvSpPr txBox="1"/>
          <p:nvPr/>
        </p:nvSpPr>
        <p:spPr>
          <a:xfrm>
            <a:off x="381000" y="609600"/>
            <a:ext cx="10820400" cy="1200329"/>
          </a:xfrm>
          <a:prstGeom prst="rect">
            <a:avLst/>
          </a:prstGeom>
          <a:noFill/>
        </p:spPr>
        <p:txBody>
          <a:bodyPr wrap="square" rtlCol="0">
            <a:spAutoFit/>
          </a:bodyPr>
          <a:lstStyle/>
          <a:p>
            <a:pPr latinLnBrk="1"/>
            <a:r>
              <a:rPr lang="en-US" sz="2400" b="1" dirty="0">
                <a:latin typeface="Times New Roman" panose="02020603050405020304" pitchFamily="18" charset="0"/>
                <a:cs typeface="Times New Roman" panose="02020603050405020304" pitchFamily="18" charset="0"/>
              </a:rPr>
              <a:t>3. Study Hours Distribution</a:t>
            </a:r>
          </a:p>
          <a:p>
            <a:pPr marL="285750" indent="-285750" latinLnBrk="1">
              <a:buFont typeface="Courier New" panose="02070309020205020404" pitchFamily="49" charset="0"/>
              <a:buChar char="o"/>
            </a:pPr>
            <a:r>
              <a:rPr lang="en-US" sz="2400" dirty="0"/>
              <a:t>The histogram plot shows most students spend moderate weekly study hours with a smooth overall distribution.</a:t>
            </a: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138F315-E617-8068-0FA4-A8BAA0947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6" name="Picture 5">
            <a:extLst>
              <a:ext uri="{FF2B5EF4-FFF2-40B4-BE49-F238E27FC236}">
                <a16:creationId xmlns:a16="http://schemas.microsoft.com/office/drawing/2014/main" id="{08C9AA8E-DF30-922A-5E19-17AFD817D06A}"/>
              </a:ext>
            </a:extLst>
          </p:cNvPr>
          <p:cNvPicPr>
            <a:picLocks noChangeAspect="1"/>
          </p:cNvPicPr>
          <p:nvPr/>
        </p:nvPicPr>
        <p:blipFill>
          <a:blip r:embed="rId3"/>
          <a:stretch>
            <a:fillRect/>
          </a:stretch>
        </p:blipFill>
        <p:spPr>
          <a:xfrm>
            <a:off x="952500" y="1963782"/>
            <a:ext cx="9677400" cy="5238883"/>
          </a:xfrm>
          <a:prstGeom prst="rect">
            <a:avLst/>
          </a:prstGeom>
        </p:spPr>
      </p:pic>
    </p:spTree>
    <p:extLst>
      <p:ext uri="{BB962C8B-B14F-4D97-AF65-F5344CB8AC3E}">
        <p14:creationId xmlns:p14="http://schemas.microsoft.com/office/powerpoint/2010/main" val="1832688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300026-CF7A-3339-280A-5B81D96383B3}"/>
              </a:ext>
            </a:extLst>
          </p:cNvPr>
          <p:cNvSpPr txBox="1"/>
          <p:nvPr/>
        </p:nvSpPr>
        <p:spPr>
          <a:xfrm>
            <a:off x="685800" y="304800"/>
            <a:ext cx="10515600" cy="1200329"/>
          </a:xfrm>
          <a:prstGeom prst="rect">
            <a:avLst/>
          </a:prstGeom>
          <a:noFill/>
        </p:spPr>
        <p:txBody>
          <a:bodyPr wrap="square" rtlCol="0">
            <a:spAutoFit/>
          </a:bodyPr>
          <a:lstStyle/>
          <a:p>
            <a:pPr latinLnBrk="1"/>
            <a:r>
              <a:rPr lang="en-US" sz="2400" b="1" dirty="0">
                <a:latin typeface="Times New Roman" panose="02020603050405020304" pitchFamily="18" charset="0"/>
                <a:cs typeface="Times New Roman" panose="02020603050405020304" pitchFamily="18" charset="0"/>
              </a:rPr>
              <a:t>4. Parental Support By GPA Performance </a:t>
            </a:r>
          </a:p>
          <a:p>
            <a:pPr marL="285750" indent="-285750" latinLnBrk="1">
              <a:buFont typeface="Courier New" panose="02070309020205020404" pitchFamily="49" charset="0"/>
              <a:buChar char="o"/>
            </a:pPr>
            <a:r>
              <a:rPr lang="en-US" sz="2400" dirty="0"/>
              <a:t>The boxplot shows students with higher parental support generally achieve better GPA performance overall.</a:t>
            </a:r>
            <a:r>
              <a:rPr lang="en-US" sz="2400"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9514FD73-67D5-C2B6-EADB-82B35F935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6" name="Picture 5">
            <a:extLst>
              <a:ext uri="{FF2B5EF4-FFF2-40B4-BE49-F238E27FC236}">
                <a16:creationId xmlns:a16="http://schemas.microsoft.com/office/drawing/2014/main" id="{4CC8B706-1D62-09B1-E420-113ACEB289CF}"/>
              </a:ext>
            </a:extLst>
          </p:cNvPr>
          <p:cNvPicPr>
            <a:picLocks noChangeAspect="1"/>
          </p:cNvPicPr>
          <p:nvPr/>
        </p:nvPicPr>
        <p:blipFill>
          <a:blip r:embed="rId3"/>
          <a:stretch>
            <a:fillRect/>
          </a:stretch>
        </p:blipFill>
        <p:spPr>
          <a:xfrm>
            <a:off x="838200" y="1752600"/>
            <a:ext cx="10210800" cy="5681663"/>
          </a:xfrm>
          <a:prstGeom prst="rect">
            <a:avLst/>
          </a:prstGeom>
        </p:spPr>
      </p:pic>
    </p:spTree>
    <p:extLst>
      <p:ext uri="{BB962C8B-B14F-4D97-AF65-F5344CB8AC3E}">
        <p14:creationId xmlns:p14="http://schemas.microsoft.com/office/powerpoint/2010/main" val="3777332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BAA112-D04D-14F7-4429-CBD2A8E2A6DB}"/>
              </a:ext>
            </a:extLst>
          </p:cNvPr>
          <p:cNvSpPr txBox="1"/>
          <p:nvPr/>
        </p:nvSpPr>
        <p:spPr>
          <a:xfrm>
            <a:off x="533400" y="304800"/>
            <a:ext cx="11430000" cy="1200329"/>
          </a:xfrm>
          <a:prstGeom prst="rect">
            <a:avLst/>
          </a:prstGeom>
          <a:noFill/>
        </p:spPr>
        <p:txBody>
          <a:bodyPr wrap="square" rtlCol="0">
            <a:spAutoFit/>
          </a:bodyPr>
          <a:lstStyle/>
          <a:p>
            <a:r>
              <a:rPr lang="en-IN" sz="2400" b="1" dirty="0">
                <a:solidFill>
                  <a:srgbClr val="000000"/>
                </a:solidFill>
                <a:latin typeface="Times New Roman" panose="02020603050405020304" pitchFamily="18" charset="0"/>
                <a:ea typeface="Cambria" panose="02040503050406030204" pitchFamily="18" charset="0"/>
              </a:rPr>
              <a:t>5. </a:t>
            </a:r>
            <a:r>
              <a:rPr lang="en-US" sz="2400" b="1" dirty="0">
                <a:solidFill>
                  <a:srgbClr val="000000"/>
                </a:solidFill>
                <a:latin typeface="Times New Roman" panose="02020603050405020304" pitchFamily="18" charset="0"/>
                <a:ea typeface="Cambria" panose="02040503050406030204" pitchFamily="18" charset="0"/>
              </a:rPr>
              <a:t>Student Academic Performance By GPA</a:t>
            </a:r>
            <a:endParaRPr lang="en-IN" sz="2400" b="1" dirty="0">
              <a:solidFill>
                <a:srgbClr val="000000"/>
              </a:solidFill>
              <a:latin typeface="Times New Roman" panose="02020603050405020304" pitchFamily="18" charset="0"/>
              <a:ea typeface="Cambria" panose="02040503050406030204" pitchFamily="18" charset="0"/>
            </a:endParaRPr>
          </a:p>
          <a:p>
            <a:pPr marL="342900" indent="-342900">
              <a:buFont typeface="Courier New" panose="02070309020205020404" pitchFamily="49" charset="0"/>
              <a:buChar char="o"/>
            </a:pPr>
            <a:r>
              <a:rPr lang="en-US" sz="2400" dirty="0"/>
              <a:t>The boxplot shows GPA values are moderately distributed with few outliers among student academic performance.</a:t>
            </a:r>
            <a:endParaRPr lang="en-IN" sz="2400" dirty="0">
              <a:solidFill>
                <a:srgbClr val="000000"/>
              </a:solidFill>
              <a:latin typeface="Times New Roman" panose="02020603050405020304" pitchFamily="18" charset="0"/>
              <a:ea typeface="Cambria" panose="02040503050406030204" pitchFamily="18" charset="0"/>
            </a:endParaRPr>
          </a:p>
        </p:txBody>
      </p:sp>
      <p:sp>
        <p:nvSpPr>
          <p:cNvPr id="18" name="AutoShape 17">
            <a:extLst>
              <a:ext uri="{FF2B5EF4-FFF2-40B4-BE49-F238E27FC236}">
                <a16:creationId xmlns:a16="http://schemas.microsoft.com/office/drawing/2014/main" id="{EB0846A9-679F-4934-3FE6-6882631ADF08}"/>
              </a:ext>
            </a:extLst>
          </p:cNvPr>
          <p:cNvSpPr>
            <a:spLocks noChangeAspect="1" noChangeArrowheads="1"/>
          </p:cNvSpPr>
          <p:nvPr/>
        </p:nvSpPr>
        <p:spPr bwMode="auto">
          <a:xfrm>
            <a:off x="3962400" y="3962400"/>
            <a:ext cx="4343400" cy="2362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41BE24F0-F2A6-832D-DC3C-D8944414DE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5" name="Picture 4">
            <a:extLst>
              <a:ext uri="{FF2B5EF4-FFF2-40B4-BE49-F238E27FC236}">
                <a16:creationId xmlns:a16="http://schemas.microsoft.com/office/drawing/2014/main" id="{0A64CB81-8FC0-18CB-0222-AA5B7DD1B3C7}"/>
              </a:ext>
            </a:extLst>
          </p:cNvPr>
          <p:cNvPicPr>
            <a:picLocks noChangeAspect="1"/>
          </p:cNvPicPr>
          <p:nvPr/>
        </p:nvPicPr>
        <p:blipFill>
          <a:blip r:embed="rId3"/>
          <a:stretch>
            <a:fillRect/>
          </a:stretch>
        </p:blipFill>
        <p:spPr>
          <a:xfrm>
            <a:off x="1562100" y="1905000"/>
            <a:ext cx="9144000" cy="5505450"/>
          </a:xfrm>
          <a:prstGeom prst="rect">
            <a:avLst/>
          </a:prstGeom>
        </p:spPr>
      </p:pic>
    </p:spTree>
    <p:extLst>
      <p:ext uri="{BB962C8B-B14F-4D97-AF65-F5344CB8AC3E}">
        <p14:creationId xmlns:p14="http://schemas.microsoft.com/office/powerpoint/2010/main" val="3167090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AB3323-FFA2-6939-3DC3-504E0E8F472E}"/>
              </a:ext>
            </a:extLst>
          </p:cNvPr>
          <p:cNvSpPr txBox="1"/>
          <p:nvPr/>
        </p:nvSpPr>
        <p:spPr>
          <a:xfrm>
            <a:off x="609600" y="457200"/>
            <a:ext cx="10972800" cy="1200329"/>
          </a:xfrm>
          <a:prstGeom prst="rect">
            <a:avLst/>
          </a:prstGeom>
          <a:noFill/>
        </p:spPr>
        <p:txBody>
          <a:bodyPr wrap="square" rtlCol="0">
            <a:spAutoFit/>
          </a:bodyPr>
          <a:lstStyle/>
          <a:p>
            <a:r>
              <a:rPr lang="en-IN" sz="24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6. Age Distribution.</a:t>
            </a:r>
          </a:p>
          <a:p>
            <a:pPr marL="285750" indent="-285750">
              <a:buFont typeface="Courier New" panose="02070309020205020404" pitchFamily="49" charset="0"/>
              <a:buChar char="o"/>
            </a:pPr>
            <a:r>
              <a:rPr lang="en-US" sz="2400" dirty="0"/>
              <a:t>The histogram plot shows most students belong to a similar age group with balanced age distribution.</a:t>
            </a:r>
            <a:endParaRPr lang="en-IN" sz="2400" dirty="0"/>
          </a:p>
        </p:txBody>
      </p:sp>
      <p:pic>
        <p:nvPicPr>
          <p:cNvPr id="3" name="Picture 2">
            <a:extLst>
              <a:ext uri="{FF2B5EF4-FFF2-40B4-BE49-F238E27FC236}">
                <a16:creationId xmlns:a16="http://schemas.microsoft.com/office/drawing/2014/main" id="{A6734986-24CF-4B8A-2420-7E27A2077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6" name="Picture 5">
            <a:extLst>
              <a:ext uri="{FF2B5EF4-FFF2-40B4-BE49-F238E27FC236}">
                <a16:creationId xmlns:a16="http://schemas.microsoft.com/office/drawing/2014/main" id="{151827A0-CDF1-3BED-1464-EC623E3726F8}"/>
              </a:ext>
            </a:extLst>
          </p:cNvPr>
          <p:cNvPicPr>
            <a:picLocks noChangeAspect="1"/>
          </p:cNvPicPr>
          <p:nvPr/>
        </p:nvPicPr>
        <p:blipFill>
          <a:blip r:embed="rId3"/>
          <a:stretch>
            <a:fillRect/>
          </a:stretch>
        </p:blipFill>
        <p:spPr>
          <a:xfrm>
            <a:off x="1143000" y="1863494"/>
            <a:ext cx="9906000" cy="5339171"/>
          </a:xfrm>
          <a:prstGeom prst="rect">
            <a:avLst/>
          </a:prstGeom>
        </p:spPr>
      </p:pic>
    </p:spTree>
    <p:extLst>
      <p:ext uri="{BB962C8B-B14F-4D97-AF65-F5344CB8AC3E}">
        <p14:creationId xmlns:p14="http://schemas.microsoft.com/office/powerpoint/2010/main" val="3681940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12B096-BDAE-B774-0B8C-0F7CF0538D3F}"/>
              </a:ext>
            </a:extLst>
          </p:cNvPr>
          <p:cNvSpPr txBox="1"/>
          <p:nvPr/>
        </p:nvSpPr>
        <p:spPr>
          <a:xfrm>
            <a:off x="533400" y="381000"/>
            <a:ext cx="10287000" cy="1353384"/>
          </a:xfrm>
          <a:prstGeom prst="rect">
            <a:avLst/>
          </a:prstGeom>
          <a:noFill/>
        </p:spPr>
        <p:txBody>
          <a:bodyPr wrap="square" rtlCol="0">
            <a:spAutoFit/>
          </a:bodyPr>
          <a:lstStyle/>
          <a:p>
            <a:pPr algn="just">
              <a:lnSpc>
                <a:spcPct val="107000"/>
              </a:lnSpc>
              <a:spcAft>
                <a:spcPts val="800"/>
              </a:spcAft>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7. GPA distribution by Gender</a:t>
            </a:r>
          </a:p>
          <a:p>
            <a:pPr marL="342900" indent="-342900" algn="just">
              <a:lnSpc>
                <a:spcPct val="107000"/>
              </a:lnSpc>
              <a:spcAft>
                <a:spcPts val="800"/>
              </a:spcAft>
              <a:buFont typeface="Courier New" panose="02070309020205020404" pitchFamily="49" charset="0"/>
              <a:buChar char="o"/>
            </a:pPr>
            <a:r>
              <a:rPr lang="en-US" sz="2400" dirty="0"/>
              <a:t>The boxplot shows GPA distribution is nearly similar among male and female students overall.</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0F430E8-E2C7-0027-F6C1-0E981128E9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6" name="Picture 5">
            <a:extLst>
              <a:ext uri="{FF2B5EF4-FFF2-40B4-BE49-F238E27FC236}">
                <a16:creationId xmlns:a16="http://schemas.microsoft.com/office/drawing/2014/main" id="{3795DA5A-41B7-2048-7F14-BF3E20F841DD}"/>
              </a:ext>
            </a:extLst>
          </p:cNvPr>
          <p:cNvPicPr>
            <a:picLocks noChangeAspect="1"/>
          </p:cNvPicPr>
          <p:nvPr/>
        </p:nvPicPr>
        <p:blipFill>
          <a:blip r:embed="rId3"/>
          <a:stretch>
            <a:fillRect/>
          </a:stretch>
        </p:blipFill>
        <p:spPr>
          <a:xfrm>
            <a:off x="1143000" y="2222415"/>
            <a:ext cx="10058400" cy="5429250"/>
          </a:xfrm>
          <a:prstGeom prst="rect">
            <a:avLst/>
          </a:prstGeom>
        </p:spPr>
      </p:pic>
    </p:spTree>
    <p:extLst>
      <p:ext uri="{BB962C8B-B14F-4D97-AF65-F5344CB8AC3E}">
        <p14:creationId xmlns:p14="http://schemas.microsoft.com/office/powerpoint/2010/main" val="894959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5C639E-DCB4-8B82-A243-4A4EF2BA52AC}"/>
              </a:ext>
            </a:extLst>
          </p:cNvPr>
          <p:cNvSpPr txBox="1"/>
          <p:nvPr/>
        </p:nvSpPr>
        <p:spPr>
          <a:xfrm>
            <a:off x="685800" y="381000"/>
            <a:ext cx="11277600" cy="1477328"/>
          </a:xfrm>
          <a:prstGeom prst="rect">
            <a:avLst/>
          </a:prstGeom>
          <a:noFill/>
        </p:spPr>
        <p:txBody>
          <a:bodyPr wrap="square" rtlCol="0">
            <a:spAutoFit/>
          </a:bodyPr>
          <a:lstStyle/>
          <a:p>
            <a:r>
              <a:rPr lang="en-IN" sz="24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8. </a:t>
            </a:r>
            <a:r>
              <a:rPr lang="en-US" sz="24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GPA Variation Between Gender And Grade Classes </a:t>
            </a:r>
            <a:endParaRPr lang="en-IN" sz="24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marL="342900" indent="-342900">
              <a:buFont typeface="Courier New" panose="02070309020205020404" pitchFamily="49" charset="0"/>
              <a:buChar char="o"/>
            </a:pPr>
            <a:r>
              <a:rPr lang="en-US" sz="2400" dirty="0"/>
              <a:t>The heatmap shows GPA variation across gender and grade classes with noticeable performance differences.</a:t>
            </a:r>
            <a:r>
              <a:rPr lang="en-US" sz="2400" dirty="0">
                <a:latin typeface="Times New Roman" panose="02020603050405020304" pitchFamily="18" charset="0"/>
                <a:ea typeface="SimSun" panose="02010600030101010101" pitchFamily="2" charset="-122"/>
                <a:cs typeface="Times New Roman" panose="02020603050405020304" pitchFamily="18" charset="0"/>
              </a:rPr>
              <a:t>.</a:t>
            </a:r>
            <a:endParaRPr lang="en-IN" sz="2400" dirty="0">
              <a:effectLst/>
              <a:latin typeface="Times New Roman" panose="02020603050405020304" pitchFamily="18" charset="0"/>
              <a:ea typeface="SimSun" panose="02010600030101010101" pitchFamily="2" charset="-122"/>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1E34C8C-D2DC-D6DB-E9E5-2509518B3A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4" name="Picture 3">
            <a:extLst>
              <a:ext uri="{FF2B5EF4-FFF2-40B4-BE49-F238E27FC236}">
                <a16:creationId xmlns:a16="http://schemas.microsoft.com/office/drawing/2014/main" id="{2A423441-0684-CB74-64D8-353328570C09}"/>
              </a:ext>
            </a:extLst>
          </p:cNvPr>
          <p:cNvPicPr>
            <a:picLocks noChangeAspect="1"/>
          </p:cNvPicPr>
          <p:nvPr/>
        </p:nvPicPr>
        <p:blipFill>
          <a:blip r:embed="rId3"/>
          <a:stretch>
            <a:fillRect/>
          </a:stretch>
        </p:blipFill>
        <p:spPr>
          <a:xfrm>
            <a:off x="952500" y="1792532"/>
            <a:ext cx="10439399" cy="5886450"/>
          </a:xfrm>
          <a:prstGeom prst="rect">
            <a:avLst/>
          </a:prstGeom>
        </p:spPr>
      </p:pic>
    </p:spTree>
    <p:extLst>
      <p:ext uri="{BB962C8B-B14F-4D97-AF65-F5344CB8AC3E}">
        <p14:creationId xmlns:p14="http://schemas.microsoft.com/office/powerpoint/2010/main" val="2528994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590546-9C84-0707-0432-42A7778A6C82}"/>
              </a:ext>
            </a:extLst>
          </p:cNvPr>
          <p:cNvSpPr txBox="1"/>
          <p:nvPr/>
        </p:nvSpPr>
        <p:spPr>
          <a:xfrm>
            <a:off x="381000" y="457200"/>
            <a:ext cx="11201400" cy="830997"/>
          </a:xfrm>
          <a:prstGeom prst="rect">
            <a:avLst/>
          </a:prstGeom>
          <a:noFill/>
        </p:spPr>
        <p:txBody>
          <a:bodyPr wrap="square" rtlCol="0">
            <a:spAutoFit/>
          </a:bodyPr>
          <a:lstStyle/>
          <a:p>
            <a:r>
              <a:rPr lang="en-IN" sz="2400" b="1"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 9. </a:t>
            </a:r>
            <a:r>
              <a:rPr lang="en-IN" sz="24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Top 10 Student Highest Score</a:t>
            </a:r>
          </a:p>
          <a:p>
            <a:pPr marL="342900" indent="-342900">
              <a:buFont typeface="Courier New" panose="02070309020205020404" pitchFamily="49" charset="0"/>
              <a:buChar char="o"/>
            </a:pPr>
            <a:r>
              <a:rPr lang="en-US" sz="2400" dirty="0"/>
              <a:t>The </a:t>
            </a:r>
            <a:r>
              <a:rPr lang="en-US" sz="2400" dirty="0" err="1"/>
              <a:t>barplot</a:t>
            </a:r>
            <a:r>
              <a:rPr lang="en-US" sz="2400" dirty="0"/>
              <a:t> displays the top 10 students with highest GPA scores in the dataset.</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1561156-E20B-6589-211D-5885179D18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4" name="Picture 3">
            <a:extLst>
              <a:ext uri="{FF2B5EF4-FFF2-40B4-BE49-F238E27FC236}">
                <a16:creationId xmlns:a16="http://schemas.microsoft.com/office/drawing/2014/main" id="{4847C221-09CC-295B-C0F0-5FE5246C0DA3}"/>
              </a:ext>
            </a:extLst>
          </p:cNvPr>
          <p:cNvPicPr>
            <a:picLocks noChangeAspect="1"/>
          </p:cNvPicPr>
          <p:nvPr/>
        </p:nvPicPr>
        <p:blipFill>
          <a:blip r:embed="rId3"/>
          <a:stretch>
            <a:fillRect/>
          </a:stretch>
        </p:blipFill>
        <p:spPr>
          <a:xfrm>
            <a:off x="1371600" y="1862137"/>
            <a:ext cx="9601200" cy="5816845"/>
          </a:xfrm>
          <a:prstGeom prst="rect">
            <a:avLst/>
          </a:prstGeom>
        </p:spPr>
      </p:pic>
    </p:spTree>
    <p:extLst>
      <p:ext uri="{BB962C8B-B14F-4D97-AF65-F5344CB8AC3E}">
        <p14:creationId xmlns:p14="http://schemas.microsoft.com/office/powerpoint/2010/main" val="2416979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BD59E7-304C-89D4-2199-0AC55780887A}"/>
              </a:ext>
            </a:extLst>
          </p:cNvPr>
          <p:cNvSpPr txBox="1"/>
          <p:nvPr/>
        </p:nvSpPr>
        <p:spPr>
          <a:xfrm>
            <a:off x="677091" y="457200"/>
            <a:ext cx="10972800" cy="1200329"/>
          </a:xfrm>
          <a:prstGeom prst="rect">
            <a:avLst/>
          </a:prstGeom>
          <a:noFill/>
        </p:spPr>
        <p:txBody>
          <a:bodyPr wrap="square" rtlCol="0">
            <a:spAutoFit/>
          </a:bodyPr>
          <a:lstStyle/>
          <a:p>
            <a:pPr algn="just">
              <a:buNone/>
            </a:pPr>
            <a:r>
              <a:rPr lang="en-IN" sz="2400" b="1"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10. </a:t>
            </a:r>
            <a:r>
              <a:rPr lang="en-US" sz="24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Grade Classes Distribution </a:t>
            </a:r>
            <a:endParaRPr lang="en-IN" sz="24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buFont typeface="Courier New" panose="02070309020205020404" pitchFamily="49" charset="0"/>
              <a:buChar char="o"/>
            </a:pPr>
            <a:r>
              <a:rPr lang="en-US" sz="2400" dirty="0"/>
              <a:t>The </a:t>
            </a:r>
            <a:r>
              <a:rPr lang="en-US" sz="2400" dirty="0" err="1"/>
              <a:t>countplot</a:t>
            </a:r>
            <a:r>
              <a:rPr lang="en-US" sz="2400" dirty="0"/>
              <a:t> shows the distribution of students across different grade classes in the dataset</a:t>
            </a:r>
            <a:r>
              <a:rPr lang="en-US" sz="24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a:t>
            </a:r>
            <a:endParaRPr lang="en-IN" sz="24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02AB12C-3C42-487A-3763-6DDD8B4284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4" name="Picture 3">
            <a:extLst>
              <a:ext uri="{FF2B5EF4-FFF2-40B4-BE49-F238E27FC236}">
                <a16:creationId xmlns:a16="http://schemas.microsoft.com/office/drawing/2014/main" id="{EF7F3DD4-501D-EA89-7BC9-3065B74D3BF3}"/>
              </a:ext>
            </a:extLst>
          </p:cNvPr>
          <p:cNvPicPr>
            <a:picLocks noChangeAspect="1"/>
          </p:cNvPicPr>
          <p:nvPr/>
        </p:nvPicPr>
        <p:blipFill>
          <a:blip r:embed="rId3"/>
          <a:stretch>
            <a:fillRect/>
          </a:stretch>
        </p:blipFill>
        <p:spPr>
          <a:xfrm>
            <a:off x="1210491" y="1673402"/>
            <a:ext cx="9906000" cy="5529263"/>
          </a:xfrm>
          <a:prstGeom prst="rect">
            <a:avLst/>
          </a:prstGeom>
        </p:spPr>
      </p:pic>
    </p:spTree>
    <p:extLst>
      <p:ext uri="{BB962C8B-B14F-4D97-AF65-F5344CB8AC3E}">
        <p14:creationId xmlns:p14="http://schemas.microsoft.com/office/powerpoint/2010/main" val="2686104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3CDB2B-6184-47D2-243B-5A74BB1F0F26}"/>
              </a:ext>
            </a:extLst>
          </p:cNvPr>
          <p:cNvSpPr txBox="1"/>
          <p:nvPr/>
        </p:nvSpPr>
        <p:spPr>
          <a:xfrm>
            <a:off x="609600" y="304800"/>
            <a:ext cx="10363200" cy="1569660"/>
          </a:xfrm>
          <a:prstGeom prst="rect">
            <a:avLst/>
          </a:prstGeom>
          <a:noFill/>
        </p:spPr>
        <p:txBody>
          <a:bodyPr wrap="square" rtlCol="0">
            <a:spAutoFit/>
          </a:bodyPr>
          <a:lstStyle/>
          <a:p>
            <a:r>
              <a:rPr lang="en-IN" sz="2400" b="1"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11. </a:t>
            </a:r>
            <a:r>
              <a:rPr lang="en-IN" sz="24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Attendance </a:t>
            </a:r>
            <a:r>
              <a:rPr lang="en-US" sz="2400" b="1" dirty="0"/>
              <a:t>Distribution</a:t>
            </a:r>
            <a:r>
              <a:rPr lang="en-IN" sz="24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 By Gender</a:t>
            </a:r>
            <a:endParaRPr lang="en-US" sz="24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marL="342900" indent="-342900">
              <a:buFont typeface="Courier New" panose="02070309020205020404" pitchFamily="49" charset="0"/>
              <a:buChar char="o"/>
            </a:pPr>
            <a:r>
              <a:rPr lang="en-IN" sz="24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The </a:t>
            </a:r>
            <a:r>
              <a:rPr lang="en-US" sz="2400" dirty="0"/>
              <a:t>boxplot shows attendance distribution is nearly similar among male and female students overall.</a:t>
            </a:r>
          </a:p>
          <a:p>
            <a:pPr marL="342900" indent="-342900">
              <a:buFont typeface="Courier New" panose="02070309020205020404" pitchFamily="49" charset="0"/>
              <a:buChar char="o"/>
            </a:pPr>
            <a:endParaRPr lang="en-IN" sz="24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253F0DC-9E96-9960-8FE0-24A16F1A5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7" name="Picture 6">
            <a:extLst>
              <a:ext uri="{FF2B5EF4-FFF2-40B4-BE49-F238E27FC236}">
                <a16:creationId xmlns:a16="http://schemas.microsoft.com/office/drawing/2014/main" id="{556E5D49-5425-B0A2-7559-20232ED380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3200" y="6878749"/>
            <a:ext cx="1566401" cy="952633"/>
          </a:xfrm>
          <a:prstGeom prst="rect">
            <a:avLst/>
          </a:prstGeom>
        </p:spPr>
      </p:pic>
      <p:pic>
        <p:nvPicPr>
          <p:cNvPr id="4" name="Picture 3">
            <a:extLst>
              <a:ext uri="{FF2B5EF4-FFF2-40B4-BE49-F238E27FC236}">
                <a16:creationId xmlns:a16="http://schemas.microsoft.com/office/drawing/2014/main" id="{4F9F76D1-0862-2AAA-16B9-A04D14B0E6C4}"/>
              </a:ext>
            </a:extLst>
          </p:cNvPr>
          <p:cNvPicPr>
            <a:picLocks noChangeAspect="1"/>
          </p:cNvPicPr>
          <p:nvPr/>
        </p:nvPicPr>
        <p:blipFill>
          <a:blip r:embed="rId3"/>
          <a:stretch>
            <a:fillRect/>
          </a:stretch>
        </p:blipFill>
        <p:spPr>
          <a:xfrm>
            <a:off x="1066800" y="1838517"/>
            <a:ext cx="10210800" cy="5629083"/>
          </a:xfrm>
          <a:prstGeom prst="rect">
            <a:avLst/>
          </a:prstGeom>
        </p:spPr>
      </p:pic>
    </p:spTree>
    <p:extLst>
      <p:ext uri="{BB962C8B-B14F-4D97-AF65-F5344CB8AC3E}">
        <p14:creationId xmlns:p14="http://schemas.microsoft.com/office/powerpoint/2010/main" val="1934160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7C4EF1-1C6C-2A1C-1FDA-7BD39306A5EB}"/>
              </a:ext>
            </a:extLst>
          </p:cNvPr>
          <p:cNvSpPr txBox="1"/>
          <p:nvPr/>
        </p:nvSpPr>
        <p:spPr>
          <a:xfrm>
            <a:off x="685800" y="533400"/>
            <a:ext cx="9753600" cy="1353384"/>
          </a:xfrm>
          <a:prstGeom prst="rect">
            <a:avLst/>
          </a:prstGeom>
          <a:noFill/>
        </p:spPr>
        <p:txBody>
          <a:bodyPr wrap="square" rtlCol="0">
            <a:spAutoFit/>
          </a:bodyPr>
          <a:lstStyle/>
          <a:p>
            <a:pPr algn="just">
              <a:lnSpc>
                <a:spcPct val="107000"/>
              </a:lnSpc>
              <a:spcAft>
                <a:spcPts val="800"/>
              </a:spcAft>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12.</a:t>
            </a: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Student Age Count By Age</a:t>
            </a:r>
          </a:p>
          <a:p>
            <a:pPr marL="342900" indent="-342900" algn="just">
              <a:lnSpc>
                <a:spcPct val="107000"/>
              </a:lnSpc>
              <a:spcAft>
                <a:spcPts val="800"/>
              </a:spcAft>
              <a:buFont typeface="Courier New" panose="02070309020205020404" pitchFamily="49" charset="0"/>
              <a:buChar char="o"/>
            </a:pPr>
            <a:r>
              <a:rPr lang="en-US" sz="2400" dirty="0"/>
              <a:t>The bar graph shows most students belong to limited age groups with similar population distribution</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a:t>
            </a:r>
          </a:p>
        </p:txBody>
      </p:sp>
      <p:pic>
        <p:nvPicPr>
          <p:cNvPr id="6" name="Picture 5">
            <a:extLst>
              <a:ext uri="{FF2B5EF4-FFF2-40B4-BE49-F238E27FC236}">
                <a16:creationId xmlns:a16="http://schemas.microsoft.com/office/drawing/2014/main" id="{4E81CD0B-AF6B-2140-A780-D11107294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4" name="Picture 3">
            <a:extLst>
              <a:ext uri="{FF2B5EF4-FFF2-40B4-BE49-F238E27FC236}">
                <a16:creationId xmlns:a16="http://schemas.microsoft.com/office/drawing/2014/main" id="{8F62DA4B-B962-407A-A481-1EA2E76F04F6}"/>
              </a:ext>
            </a:extLst>
          </p:cNvPr>
          <p:cNvPicPr>
            <a:picLocks noChangeAspect="1"/>
          </p:cNvPicPr>
          <p:nvPr/>
        </p:nvPicPr>
        <p:blipFill>
          <a:blip r:embed="rId3"/>
          <a:stretch>
            <a:fillRect/>
          </a:stretch>
        </p:blipFill>
        <p:spPr>
          <a:xfrm>
            <a:off x="1219200" y="2057400"/>
            <a:ext cx="9906000" cy="5831132"/>
          </a:xfrm>
          <a:prstGeom prst="rect">
            <a:avLst/>
          </a:prstGeom>
        </p:spPr>
      </p:pic>
    </p:spTree>
    <p:extLst>
      <p:ext uri="{BB962C8B-B14F-4D97-AF65-F5344CB8AC3E}">
        <p14:creationId xmlns:p14="http://schemas.microsoft.com/office/powerpoint/2010/main" val="2863031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BCD65F-159E-917A-3CDD-0A49E19CD233}"/>
              </a:ext>
            </a:extLst>
          </p:cNvPr>
          <p:cNvSpPr txBox="1"/>
          <p:nvPr/>
        </p:nvSpPr>
        <p:spPr>
          <a:xfrm>
            <a:off x="304800" y="381000"/>
            <a:ext cx="10668000" cy="1353384"/>
          </a:xfrm>
          <a:prstGeom prst="rect">
            <a:avLst/>
          </a:prstGeom>
          <a:noFill/>
        </p:spPr>
        <p:txBody>
          <a:bodyPr wrap="square" rtlCol="0">
            <a:spAutoFit/>
          </a:bodyPr>
          <a:lstStyle/>
          <a:p>
            <a:pPr lvl="0" algn="just">
              <a:lnSpc>
                <a:spcPct val="107000"/>
              </a:lnSpc>
              <a:spcAft>
                <a:spcPts val="800"/>
              </a:spcAft>
              <a:tabLst>
                <a:tab pos="408305" algn="l"/>
              </a:tabLst>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13. </a:t>
            </a:r>
            <a:r>
              <a:rPr lang="en-IN" sz="2400" b="1" dirty="0">
                <a:latin typeface="Times New Roman" panose="02020603050405020304" pitchFamily="18" charset="0"/>
                <a:cs typeface="Times New Roman" panose="02020603050405020304" pitchFamily="18" charset="0"/>
              </a:rPr>
              <a:t>GPA by Ethnicity</a:t>
            </a:r>
            <a:endParaRPr lang="en-US" sz="2400" b="1" kern="1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07000"/>
              </a:lnSpc>
              <a:spcAft>
                <a:spcPts val="800"/>
              </a:spcAft>
              <a:buFont typeface="Courier New" panose="02070309020205020404" pitchFamily="49" charset="0"/>
              <a:buChar char="o"/>
              <a:tabLst>
                <a:tab pos="408305" algn="l"/>
              </a:tabLst>
            </a:pPr>
            <a:r>
              <a:rPr lang="en-US" sz="2400" dirty="0"/>
              <a:t>The boxplot shows GPA performance varies slightly across different ethnic groups in the student dataset.</a:t>
            </a: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70DF113-CD57-89B2-1E11-6EC0670BEC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7" name="Picture 6">
            <a:extLst>
              <a:ext uri="{FF2B5EF4-FFF2-40B4-BE49-F238E27FC236}">
                <a16:creationId xmlns:a16="http://schemas.microsoft.com/office/drawing/2014/main" id="{61AC463E-248D-EE3E-7055-D851CAF0C001}"/>
              </a:ext>
            </a:extLst>
          </p:cNvPr>
          <p:cNvPicPr>
            <a:picLocks noChangeAspect="1"/>
          </p:cNvPicPr>
          <p:nvPr/>
        </p:nvPicPr>
        <p:blipFill>
          <a:blip r:embed="rId3"/>
          <a:stretch>
            <a:fillRect/>
          </a:stretch>
        </p:blipFill>
        <p:spPr>
          <a:xfrm>
            <a:off x="723900" y="1905000"/>
            <a:ext cx="9829800" cy="5605463"/>
          </a:xfrm>
          <a:prstGeom prst="rect">
            <a:avLst/>
          </a:prstGeom>
        </p:spPr>
      </p:pic>
    </p:spTree>
    <p:extLst>
      <p:ext uri="{BB962C8B-B14F-4D97-AF65-F5344CB8AC3E}">
        <p14:creationId xmlns:p14="http://schemas.microsoft.com/office/powerpoint/2010/main" val="1732202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4EEDC-E55A-6874-EF03-07C0ADA0B2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6208F61-460B-C415-07D2-FC0EBD7585FA}"/>
              </a:ext>
            </a:extLst>
          </p:cNvPr>
          <p:cNvSpPr txBox="1"/>
          <p:nvPr/>
        </p:nvSpPr>
        <p:spPr>
          <a:xfrm>
            <a:off x="326000" y="228600"/>
            <a:ext cx="10668000" cy="1353384"/>
          </a:xfrm>
          <a:prstGeom prst="rect">
            <a:avLst/>
          </a:prstGeom>
          <a:noFill/>
        </p:spPr>
        <p:txBody>
          <a:bodyPr wrap="square" rtlCol="0">
            <a:spAutoFit/>
          </a:bodyPr>
          <a:lstStyle/>
          <a:p>
            <a:pPr algn="just">
              <a:lnSpc>
                <a:spcPct val="107000"/>
              </a:lnSpc>
              <a:spcAft>
                <a:spcPts val="800"/>
              </a:spcAft>
              <a:tabLst>
                <a:tab pos="408305" algn="l"/>
              </a:tabLst>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14. </a:t>
            </a:r>
            <a:r>
              <a:rPr lang="en-IN" sz="2400" b="1" dirty="0">
                <a:latin typeface="Times New Roman" panose="02020603050405020304" pitchFamily="18" charset="0"/>
                <a:cs typeface="Times New Roman" panose="02020603050405020304" pitchFamily="18" charset="0"/>
              </a:rPr>
              <a:t>Gender Percentage</a:t>
            </a:r>
            <a:endParaRPr lang="en-US" sz="2400" b="1" kern="100" dirty="0">
              <a:latin typeface="Times New Roman" panose="02020603050405020304" pitchFamily="18" charset="0"/>
              <a:ea typeface="Calibri" panose="020F0502020204030204" pitchFamily="34" charset="0"/>
              <a:cs typeface="Times New Roman" panose="02020603050405020304" pitchFamily="18" charset="0"/>
            </a:endParaRPr>
          </a:p>
          <a:p>
            <a:pPr marL="285750" lvl="0" indent="-285750" algn="just">
              <a:lnSpc>
                <a:spcPct val="107000"/>
              </a:lnSpc>
              <a:spcAft>
                <a:spcPts val="800"/>
              </a:spcAft>
              <a:buFont typeface="Courier New" panose="02070309020205020404" pitchFamily="49" charset="0"/>
              <a:buChar char="o"/>
              <a:tabLst>
                <a:tab pos="408305" algn="l"/>
              </a:tabLst>
            </a:pPr>
            <a:r>
              <a:rPr lang="en-US" sz="2400" dirty="0"/>
              <a:t>The pie chart shows male and female student percentages are nearly balanced in the dataset overall</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0F17566-1978-FFFF-2CD2-59675E5D09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5" name="Picture 4">
            <a:extLst>
              <a:ext uri="{FF2B5EF4-FFF2-40B4-BE49-F238E27FC236}">
                <a16:creationId xmlns:a16="http://schemas.microsoft.com/office/drawing/2014/main" id="{4174D845-31D0-3185-F7B4-275F161F3EBC}"/>
              </a:ext>
            </a:extLst>
          </p:cNvPr>
          <p:cNvPicPr>
            <a:picLocks noChangeAspect="1"/>
          </p:cNvPicPr>
          <p:nvPr/>
        </p:nvPicPr>
        <p:blipFill>
          <a:blip r:embed="rId3"/>
          <a:stretch>
            <a:fillRect/>
          </a:stretch>
        </p:blipFill>
        <p:spPr>
          <a:xfrm>
            <a:off x="3113600" y="1581984"/>
            <a:ext cx="6117200" cy="5588245"/>
          </a:xfrm>
          <a:prstGeom prst="rect">
            <a:avLst/>
          </a:prstGeom>
        </p:spPr>
      </p:pic>
    </p:spTree>
    <p:extLst>
      <p:ext uri="{BB962C8B-B14F-4D97-AF65-F5344CB8AC3E}">
        <p14:creationId xmlns:p14="http://schemas.microsoft.com/office/powerpoint/2010/main" val="1986497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F5C96-CC6A-141D-86C2-73E1286E46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94B179-E9E6-389C-6F44-C5BBB206C813}"/>
              </a:ext>
            </a:extLst>
          </p:cNvPr>
          <p:cNvSpPr txBox="1"/>
          <p:nvPr/>
        </p:nvSpPr>
        <p:spPr>
          <a:xfrm>
            <a:off x="326000" y="228600"/>
            <a:ext cx="10668000" cy="1328762"/>
          </a:xfrm>
          <a:prstGeom prst="rect">
            <a:avLst/>
          </a:prstGeom>
          <a:noFill/>
        </p:spPr>
        <p:txBody>
          <a:bodyPr wrap="square" rtlCol="0">
            <a:spAutoFit/>
          </a:bodyPr>
          <a:lstStyle/>
          <a:p>
            <a:pPr algn="just">
              <a:lnSpc>
                <a:spcPct val="107000"/>
              </a:lnSpc>
              <a:spcAft>
                <a:spcPts val="800"/>
              </a:spcAft>
              <a:tabLst>
                <a:tab pos="408305" algn="l"/>
              </a:tabLst>
            </a:pPr>
            <a:r>
              <a:rPr lang="en-US" sz="2400" b="1" kern="100" dirty="0">
                <a:latin typeface="Times New Roman" panose="02020603050405020304" pitchFamily="18" charset="0"/>
                <a:ea typeface="Calibri" panose="020F0502020204030204" pitchFamily="34" charset="0"/>
                <a:cs typeface="Times New Roman" panose="02020603050405020304" pitchFamily="18" charset="0"/>
              </a:rPr>
              <a:t>15. </a:t>
            </a: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Average GPA By Age</a:t>
            </a:r>
            <a:endParaRPr lang="en-US" sz="2400" b="1" kern="1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 typeface="Courier New" panose="02070309020205020404" pitchFamily="49" charset="0"/>
              <a:buChar char="o"/>
            </a:pPr>
            <a:r>
              <a:rPr lang="en-US" sz="2400" dirty="0"/>
              <a:t>The line plot shows average GPA changes slightly across different student age groups overall.</a:t>
            </a:r>
          </a:p>
        </p:txBody>
      </p:sp>
      <p:pic>
        <p:nvPicPr>
          <p:cNvPr id="6" name="Picture 5">
            <a:extLst>
              <a:ext uri="{FF2B5EF4-FFF2-40B4-BE49-F238E27FC236}">
                <a16:creationId xmlns:a16="http://schemas.microsoft.com/office/drawing/2014/main" id="{4CA1525D-835A-4D0A-A53A-272483D99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4" name="Picture 3">
            <a:extLst>
              <a:ext uri="{FF2B5EF4-FFF2-40B4-BE49-F238E27FC236}">
                <a16:creationId xmlns:a16="http://schemas.microsoft.com/office/drawing/2014/main" id="{80666BF3-3942-B59D-8ACF-945951E326A7}"/>
              </a:ext>
            </a:extLst>
          </p:cNvPr>
          <p:cNvPicPr>
            <a:picLocks noChangeAspect="1"/>
          </p:cNvPicPr>
          <p:nvPr/>
        </p:nvPicPr>
        <p:blipFill>
          <a:blip r:embed="rId3"/>
          <a:stretch>
            <a:fillRect/>
          </a:stretch>
        </p:blipFill>
        <p:spPr>
          <a:xfrm>
            <a:off x="772600" y="1862137"/>
            <a:ext cx="9774800" cy="5816845"/>
          </a:xfrm>
          <a:prstGeom prst="rect">
            <a:avLst/>
          </a:prstGeom>
        </p:spPr>
      </p:pic>
    </p:spTree>
    <p:extLst>
      <p:ext uri="{BB962C8B-B14F-4D97-AF65-F5344CB8AC3E}">
        <p14:creationId xmlns:p14="http://schemas.microsoft.com/office/powerpoint/2010/main" val="621265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71859-E156-3588-DE5D-4FFDFC6E23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233C13-D3A5-A67B-3AD4-7E651D88E739}"/>
              </a:ext>
            </a:extLst>
          </p:cNvPr>
          <p:cNvSpPr txBox="1"/>
          <p:nvPr/>
        </p:nvSpPr>
        <p:spPr>
          <a:xfrm>
            <a:off x="326000" y="228600"/>
            <a:ext cx="10668000" cy="629788"/>
          </a:xfrm>
          <a:prstGeom prst="rect">
            <a:avLst/>
          </a:prstGeom>
          <a:noFill/>
        </p:spPr>
        <p:txBody>
          <a:bodyPr wrap="square" rtlCol="0">
            <a:spAutoFit/>
          </a:bodyPr>
          <a:lstStyle/>
          <a:p>
            <a:pPr algn="just">
              <a:lnSpc>
                <a:spcPct val="107000"/>
              </a:lnSpc>
              <a:spcAft>
                <a:spcPts val="800"/>
              </a:spcAft>
              <a:tabLst>
                <a:tab pos="408305" algn="l"/>
              </a:tabLst>
            </a:pPr>
            <a:r>
              <a:rPr lang="en-US" sz="3500" b="1" dirty="0">
                <a:latin typeface="Times New Roman" panose="02020603050405020304" pitchFamily="18" charset="0"/>
                <a:cs typeface="Times New Roman" panose="02020603050405020304" pitchFamily="18" charset="0"/>
              </a:rPr>
              <a:t>Power Bi Dashboard </a:t>
            </a:r>
          </a:p>
        </p:txBody>
      </p:sp>
      <p:pic>
        <p:nvPicPr>
          <p:cNvPr id="6" name="Picture 5">
            <a:extLst>
              <a:ext uri="{FF2B5EF4-FFF2-40B4-BE49-F238E27FC236}">
                <a16:creationId xmlns:a16="http://schemas.microsoft.com/office/drawing/2014/main" id="{EF148A5B-3A55-1712-F3FE-F024985C3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4" name="Picture 3">
            <a:extLst>
              <a:ext uri="{FF2B5EF4-FFF2-40B4-BE49-F238E27FC236}">
                <a16:creationId xmlns:a16="http://schemas.microsoft.com/office/drawing/2014/main" id="{F31BEE7E-04CF-4C10-8EA3-5B518EA676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2699" y="858388"/>
            <a:ext cx="10939001" cy="6820594"/>
          </a:xfrm>
          <a:prstGeom prst="rect">
            <a:avLst/>
          </a:prstGeom>
        </p:spPr>
      </p:pic>
    </p:spTree>
    <p:extLst>
      <p:ext uri="{BB962C8B-B14F-4D97-AF65-F5344CB8AC3E}">
        <p14:creationId xmlns:p14="http://schemas.microsoft.com/office/powerpoint/2010/main" val="3823110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5AF1B-E501-4D8E-F6C6-82D2F9EF3B9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264EFB6-3414-B30E-4D33-6DAF96599D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pic>
        <p:nvPicPr>
          <p:cNvPr id="3" name="Picture 2">
            <a:extLst>
              <a:ext uri="{FF2B5EF4-FFF2-40B4-BE49-F238E27FC236}">
                <a16:creationId xmlns:a16="http://schemas.microsoft.com/office/drawing/2014/main" id="{455684B9-E4DA-4FE6-B80F-0543D92425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7199" y="855418"/>
            <a:ext cx="11201400" cy="6993182"/>
          </a:xfrm>
          <a:prstGeom prst="rect">
            <a:avLst/>
          </a:prstGeom>
        </p:spPr>
      </p:pic>
      <p:sp>
        <p:nvSpPr>
          <p:cNvPr id="5" name="TextBox 4">
            <a:extLst>
              <a:ext uri="{FF2B5EF4-FFF2-40B4-BE49-F238E27FC236}">
                <a16:creationId xmlns:a16="http://schemas.microsoft.com/office/drawing/2014/main" id="{4F79680A-D6DB-4734-ADDF-1F528E13BFA3}"/>
              </a:ext>
            </a:extLst>
          </p:cNvPr>
          <p:cNvSpPr txBox="1"/>
          <p:nvPr/>
        </p:nvSpPr>
        <p:spPr>
          <a:xfrm>
            <a:off x="326000" y="228600"/>
            <a:ext cx="10668000" cy="629788"/>
          </a:xfrm>
          <a:prstGeom prst="rect">
            <a:avLst/>
          </a:prstGeom>
          <a:noFill/>
        </p:spPr>
        <p:txBody>
          <a:bodyPr wrap="square" rtlCol="0">
            <a:spAutoFit/>
          </a:bodyPr>
          <a:lstStyle/>
          <a:p>
            <a:pPr algn="just">
              <a:lnSpc>
                <a:spcPct val="107000"/>
              </a:lnSpc>
              <a:spcAft>
                <a:spcPts val="800"/>
              </a:spcAft>
              <a:tabLst>
                <a:tab pos="408305" algn="l"/>
              </a:tabLst>
            </a:pPr>
            <a:r>
              <a:rPr lang="en-US" sz="3500" b="1" dirty="0">
                <a:latin typeface="Times New Roman" panose="02020603050405020304" pitchFamily="18" charset="0"/>
                <a:cs typeface="Times New Roman" panose="02020603050405020304" pitchFamily="18" charset="0"/>
              </a:rPr>
              <a:t>Power Bi Dashboard </a:t>
            </a:r>
          </a:p>
        </p:txBody>
      </p:sp>
    </p:spTree>
    <p:extLst>
      <p:ext uri="{BB962C8B-B14F-4D97-AF65-F5344CB8AC3E}">
        <p14:creationId xmlns:p14="http://schemas.microsoft.com/office/powerpoint/2010/main" val="15245794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63ED6C-FF38-0154-985E-72EC99BFEB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3" name="TextBox 2">
            <a:extLst>
              <a:ext uri="{FF2B5EF4-FFF2-40B4-BE49-F238E27FC236}">
                <a16:creationId xmlns:a16="http://schemas.microsoft.com/office/drawing/2014/main" id="{016A0973-F83E-9845-597C-ADEAF4FD95B2}"/>
              </a:ext>
            </a:extLst>
          </p:cNvPr>
          <p:cNvSpPr txBox="1"/>
          <p:nvPr/>
        </p:nvSpPr>
        <p:spPr>
          <a:xfrm>
            <a:off x="685800" y="381000"/>
            <a:ext cx="10896600" cy="630942"/>
          </a:xfrm>
          <a:prstGeom prst="rect">
            <a:avLst/>
          </a:prstGeom>
          <a:noFill/>
        </p:spPr>
        <p:txBody>
          <a:bodyPr wrap="square">
            <a:spAutoFit/>
          </a:bodyPr>
          <a:lstStyle/>
          <a:p>
            <a:r>
              <a:rPr lang="en-IN" sz="3500" b="1" dirty="0">
                <a:latin typeface="Times New Roman" panose="02020603050405020304" pitchFamily="18" charset="0"/>
                <a:cs typeface="Times New Roman" panose="02020603050405020304" pitchFamily="18" charset="0"/>
              </a:rPr>
              <a:t>Business &amp; Real-World Implications</a:t>
            </a:r>
          </a:p>
        </p:txBody>
      </p:sp>
      <p:sp>
        <p:nvSpPr>
          <p:cNvPr id="4" name="TextBox 3">
            <a:extLst>
              <a:ext uri="{FF2B5EF4-FFF2-40B4-BE49-F238E27FC236}">
                <a16:creationId xmlns:a16="http://schemas.microsoft.com/office/drawing/2014/main" id="{57097B9E-4240-3E63-7EB7-54D23C64866A}"/>
              </a:ext>
            </a:extLst>
          </p:cNvPr>
          <p:cNvSpPr txBox="1"/>
          <p:nvPr/>
        </p:nvSpPr>
        <p:spPr>
          <a:xfrm>
            <a:off x="1066800" y="1011942"/>
            <a:ext cx="10363200" cy="674030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Student Performance Analysis project has significant real-world and educational implications. By analyzing factors such as study hours, attendance, parental support, tutoring, and extracurricular activities, the project helps educational institutions understand the major elements affecting student academic performance. The insights generated from the analysis can assist schools and colleges in improving teaching strategies, student engagement, and academic planning.</a:t>
            </a:r>
          </a:p>
          <a:p>
            <a:r>
              <a:rPr lang="en-US" sz="2400" dirty="0">
                <a:latin typeface="Times New Roman" panose="02020603050405020304" pitchFamily="18" charset="0"/>
                <a:cs typeface="Times New Roman" panose="02020603050405020304" pitchFamily="18" charset="0"/>
              </a:rPr>
              <a:t>Educational organizations can use the findings to identify students who may require additional academic support or counseling. Attendance and GPA analysis can help institutions reduce dropout rates and improve overall student outcomes. The project also supports data-driven decision-making by enabling educators to monitor performance trends and create personalized learning approaches.</a:t>
            </a:r>
          </a:p>
          <a:p>
            <a:r>
              <a:rPr lang="en-US" sz="2400" dirty="0">
                <a:latin typeface="Times New Roman" panose="02020603050405020304" pitchFamily="18" charset="0"/>
                <a:cs typeface="Times New Roman" panose="02020603050405020304" pitchFamily="18" charset="0"/>
              </a:rPr>
              <a:t>From a business perspective, educational technology companies and training organizations can use such analysis to develop better learning platforms and student performance monitoring systems. The project demonstrates how data analytics and visualization techniques can be applied in the education sector to improve efficiency, academic success, and institutional performance through informed decision-making.</a:t>
            </a:r>
          </a:p>
        </p:txBody>
      </p:sp>
    </p:spTree>
    <p:extLst>
      <p:ext uri="{BB962C8B-B14F-4D97-AF65-F5344CB8AC3E}">
        <p14:creationId xmlns:p14="http://schemas.microsoft.com/office/powerpoint/2010/main" val="9128950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F5A6D8-42CA-EDFC-1DC2-CF338AC501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2" name="TextBox 1">
            <a:extLst>
              <a:ext uri="{FF2B5EF4-FFF2-40B4-BE49-F238E27FC236}">
                <a16:creationId xmlns:a16="http://schemas.microsoft.com/office/drawing/2014/main" id="{56848EAC-5B93-106D-F4A8-E1173887F77D}"/>
              </a:ext>
            </a:extLst>
          </p:cNvPr>
          <p:cNvSpPr txBox="1"/>
          <p:nvPr/>
        </p:nvSpPr>
        <p:spPr>
          <a:xfrm>
            <a:off x="1066800" y="929312"/>
            <a:ext cx="10210800" cy="637097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future scope of this project includes applying advanced data analytics and machine learning techniques to improve the accuracy and depth of student performance analysis. Predictive models can be developed to forecast student academic outcomes based on factors such as attendance, study hours, parental support, and extracurricular activities. Additional datasets from schools and colleges can also be integrated to perform large-scale educational analysis and generate more accurate insights.</a:t>
            </a:r>
          </a:p>
          <a:p>
            <a:r>
              <a:rPr lang="en-US" sz="2400" dirty="0">
                <a:latin typeface="Times New Roman" panose="02020603050405020304" pitchFamily="18" charset="0"/>
                <a:cs typeface="Times New Roman" panose="02020603050405020304" pitchFamily="18" charset="0"/>
              </a:rPr>
              <a:t>Future improvements may include the development of interactive dashboards using Power BI or Tableau for real-time data visualization and monitoring. The project can also be enhanced by implementing classification and recommendation systems to identify at-risk students and suggest personalized improvement strategies.</a:t>
            </a:r>
          </a:p>
          <a:p>
            <a:r>
              <a:rPr lang="en-US" sz="2400" dirty="0">
                <a:latin typeface="Times New Roman" panose="02020603050405020304" pitchFamily="18" charset="0"/>
                <a:cs typeface="Times New Roman" panose="02020603050405020304" pitchFamily="18" charset="0"/>
              </a:rPr>
              <a:t>Further analysis can be performed using deep learning and artificial intelligence techniques to automate performance prediction and academic trend analysis. This project can also be extended for use in educational institutions to support data-driven decision-making, improve academic planning, and enhance overall student performance management systems.</a:t>
            </a:r>
          </a:p>
        </p:txBody>
      </p:sp>
      <p:sp>
        <p:nvSpPr>
          <p:cNvPr id="4" name="TextBox 3">
            <a:extLst>
              <a:ext uri="{FF2B5EF4-FFF2-40B4-BE49-F238E27FC236}">
                <a16:creationId xmlns:a16="http://schemas.microsoft.com/office/drawing/2014/main" id="{DE6ACB8C-C303-9050-5F59-A253853D4C72}"/>
              </a:ext>
            </a:extLst>
          </p:cNvPr>
          <p:cNvSpPr txBox="1"/>
          <p:nvPr/>
        </p:nvSpPr>
        <p:spPr>
          <a:xfrm>
            <a:off x="609600" y="304800"/>
            <a:ext cx="6172200" cy="630942"/>
          </a:xfrm>
          <a:prstGeom prst="rect">
            <a:avLst/>
          </a:prstGeom>
          <a:noFill/>
        </p:spPr>
        <p:txBody>
          <a:bodyPr wrap="square">
            <a:spAutoFit/>
          </a:bodyPr>
          <a:lstStyle/>
          <a:p>
            <a:r>
              <a:rPr lang="en-IN" sz="3500" b="1" dirty="0">
                <a:latin typeface="Times New Roman" panose="02020603050405020304" pitchFamily="18" charset="0"/>
                <a:cs typeface="Times New Roman" panose="02020603050405020304" pitchFamily="18" charset="0"/>
              </a:rPr>
              <a:t>Future Work</a:t>
            </a:r>
          </a:p>
        </p:txBody>
      </p:sp>
    </p:spTree>
    <p:extLst>
      <p:ext uri="{BB962C8B-B14F-4D97-AF65-F5344CB8AC3E}">
        <p14:creationId xmlns:p14="http://schemas.microsoft.com/office/powerpoint/2010/main" val="424208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17AE96-CB9A-8B33-1C0F-B9B194F1C1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
        <p:nvSpPr>
          <p:cNvPr id="2" name="TextBox 1">
            <a:extLst>
              <a:ext uri="{FF2B5EF4-FFF2-40B4-BE49-F238E27FC236}">
                <a16:creationId xmlns:a16="http://schemas.microsoft.com/office/drawing/2014/main" id="{CB50D954-FFD3-9B35-23C6-A4BC7DF8BE17}"/>
              </a:ext>
            </a:extLst>
          </p:cNvPr>
          <p:cNvSpPr txBox="1"/>
          <p:nvPr/>
        </p:nvSpPr>
        <p:spPr>
          <a:xfrm>
            <a:off x="304800" y="179139"/>
            <a:ext cx="10134600" cy="630942"/>
          </a:xfrm>
          <a:prstGeom prst="rect">
            <a:avLst/>
          </a:prstGeom>
          <a:noFill/>
        </p:spPr>
        <p:txBody>
          <a:bodyPr wrap="square" rtlCol="0">
            <a:spAutoFit/>
          </a:bodyPr>
          <a:lstStyle/>
          <a:p>
            <a:r>
              <a:rPr lang="en-IN" sz="3500" b="1" dirty="0">
                <a:latin typeface="Times New Roman" panose="02020603050405020304" pitchFamily="18" charset="0"/>
                <a:cs typeface="Times New Roman" panose="02020603050405020304" pitchFamily="18" charset="0"/>
              </a:rPr>
              <a:t>Result &amp; Discussion</a:t>
            </a:r>
          </a:p>
        </p:txBody>
      </p:sp>
      <p:sp>
        <p:nvSpPr>
          <p:cNvPr id="4" name="TextBox 3">
            <a:extLst>
              <a:ext uri="{FF2B5EF4-FFF2-40B4-BE49-F238E27FC236}">
                <a16:creationId xmlns:a16="http://schemas.microsoft.com/office/drawing/2014/main" id="{241CD0E2-AE6D-AC60-3E3B-A0580CABF121}"/>
              </a:ext>
            </a:extLst>
          </p:cNvPr>
          <p:cNvSpPr txBox="1"/>
          <p:nvPr/>
        </p:nvSpPr>
        <p:spPr>
          <a:xfrm>
            <a:off x="533400" y="830401"/>
            <a:ext cx="10972800" cy="674030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analysis of the student performance dataset generated several meaningful insights regarding academic behavior and performance trends. The results showed that students with higher study hours and better attendance generally achieved higher GPA scores. It was also observed that parental support and tutoring positively influenced students’ academic performance.</a:t>
            </a:r>
          </a:p>
          <a:p>
            <a:r>
              <a:rPr lang="en-US" sz="2400" dirty="0">
                <a:latin typeface="Times New Roman" panose="02020603050405020304" pitchFamily="18" charset="0"/>
                <a:cs typeface="Times New Roman" panose="02020603050405020304" pitchFamily="18" charset="0"/>
              </a:rPr>
              <a:t>Different visualizations such as histograms, boxplots, scatterplots, heatmaps, and bar charts were used to understand relationships between variables. The GPA distribution analysis indicated that most students performed within an average academic range. Attendance analysis showed that students with fewer absences usually had better academic results.</a:t>
            </a:r>
          </a:p>
          <a:p>
            <a:r>
              <a:rPr lang="en-US" sz="2400" dirty="0">
                <a:latin typeface="Times New Roman" panose="02020603050405020304" pitchFamily="18" charset="0"/>
                <a:cs typeface="Times New Roman" panose="02020603050405020304" pitchFamily="18" charset="0"/>
              </a:rPr>
              <a:t>The project also revealed that extracurricular activities, sports participation, and volunteering had a moderate positive impact on student performance. Gender-based analysis showed relatively balanced academic performance among male and female students.</a:t>
            </a:r>
          </a:p>
          <a:p>
            <a:r>
              <a:rPr lang="en-US" sz="2400" dirty="0">
                <a:latin typeface="Times New Roman" panose="02020603050405020304" pitchFamily="18" charset="0"/>
                <a:cs typeface="Times New Roman" panose="02020603050405020304" pitchFamily="18" charset="0"/>
              </a:rPr>
              <a:t>Overall, the project successfully demonstrated the use of data analytics and visualization techniques in educational data analysis. The findings can help educational institutions identify important academic factors and improve decision-making for enhancing student performance and learning outcomes.</a:t>
            </a:r>
          </a:p>
        </p:txBody>
      </p:sp>
    </p:spTree>
    <p:extLst>
      <p:ext uri="{BB962C8B-B14F-4D97-AF65-F5344CB8AC3E}">
        <p14:creationId xmlns:p14="http://schemas.microsoft.com/office/powerpoint/2010/main" val="944274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8983C-D85A-13C4-8AFF-A9804422A4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80E658-683F-64E7-9E25-96E66437FE9E}"/>
              </a:ext>
            </a:extLst>
          </p:cNvPr>
          <p:cNvSpPr txBox="1"/>
          <p:nvPr/>
        </p:nvSpPr>
        <p:spPr>
          <a:xfrm>
            <a:off x="914400" y="1027331"/>
            <a:ext cx="10668000" cy="6001643"/>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Student Performance Analysis project successfully analyzed various academic and personal factors affecting students’ performance using data analytics and visualization techniques. The project demonstrated how factors such as study hours, attendance, parental support, tutoring, and extracurricular activities influence students’ GPA and overall academic achievement.</a:t>
            </a:r>
          </a:p>
          <a:p>
            <a:r>
              <a:rPr lang="en-US" sz="2400" dirty="0">
                <a:latin typeface="Times New Roman" panose="02020603050405020304" pitchFamily="18" charset="0"/>
                <a:cs typeface="Times New Roman" panose="02020603050405020304" pitchFamily="18" charset="0"/>
              </a:rPr>
              <a:t>Using Python libraries like Pandas, NumPy, Matplotlib, and Seaborn, the dataset was cleaned, processed, and visualized effectively through different graphs and statistical analysis methods. The analysis revealed that students with better attendance, higher study hours, and stronger parental support generally performed better academically.</a:t>
            </a:r>
          </a:p>
          <a:p>
            <a:r>
              <a:rPr lang="en-US" sz="2400" dirty="0">
                <a:latin typeface="Times New Roman" panose="02020603050405020304" pitchFamily="18" charset="0"/>
                <a:cs typeface="Times New Roman" panose="02020603050405020304" pitchFamily="18" charset="0"/>
              </a:rPr>
              <a:t>The project also highlighted the importance of Exploratory Data Analysis (EDA) in identifying trends, patterns, and relationships within educational data. The generated insights can help educational institutions improve student performance, academic planning, and decision-making processes.</a:t>
            </a:r>
          </a:p>
          <a:p>
            <a:r>
              <a:rPr lang="en-US" sz="2400" dirty="0">
                <a:latin typeface="Times New Roman" panose="02020603050405020304" pitchFamily="18" charset="0"/>
                <a:cs typeface="Times New Roman" panose="02020603050405020304" pitchFamily="18" charset="0"/>
              </a:rPr>
              <a:t>Overall, this project provided practical experience in data analysis, visualization, and interpretation while demonstrating the real-world application of data analytics in the education sector.</a:t>
            </a:r>
          </a:p>
        </p:txBody>
      </p:sp>
      <p:sp>
        <p:nvSpPr>
          <p:cNvPr id="4" name="TextBox 3">
            <a:extLst>
              <a:ext uri="{FF2B5EF4-FFF2-40B4-BE49-F238E27FC236}">
                <a16:creationId xmlns:a16="http://schemas.microsoft.com/office/drawing/2014/main" id="{B61789D9-DCF9-5BB5-4B3C-B3EC2C76B46F}"/>
              </a:ext>
            </a:extLst>
          </p:cNvPr>
          <p:cNvSpPr txBox="1"/>
          <p:nvPr/>
        </p:nvSpPr>
        <p:spPr>
          <a:xfrm>
            <a:off x="381000" y="381000"/>
            <a:ext cx="617220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Conclusion</a:t>
            </a:r>
            <a:endParaRPr lang="en-IN" sz="35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7A8BAF2-CC40-1653-8E84-926F9E94B2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Tree>
    <p:extLst>
      <p:ext uri="{BB962C8B-B14F-4D97-AF65-F5344CB8AC3E}">
        <p14:creationId xmlns:p14="http://schemas.microsoft.com/office/powerpoint/2010/main" val="5604973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52600" y="2895600"/>
            <a:ext cx="8458200" cy="1446550"/>
          </a:xfrm>
          <a:prstGeom prst="rect">
            <a:avLst/>
          </a:prstGeom>
          <a:noFill/>
        </p:spPr>
        <p:txBody>
          <a:bodyPr wrap="square" lIns="91440" tIns="45720" rIns="91440" bIns="45720">
            <a:spAutoFit/>
          </a:bodyPr>
          <a:lstStyle/>
          <a:p>
            <a:pPr algn="ctr"/>
            <a:r>
              <a:rPr lang="en-US" sz="8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pic>
        <p:nvPicPr>
          <p:cNvPr id="2" name="Picture 1">
            <a:extLst>
              <a:ext uri="{FF2B5EF4-FFF2-40B4-BE49-F238E27FC236}">
                <a16:creationId xmlns:a16="http://schemas.microsoft.com/office/drawing/2014/main" id="{1CE4471F-29C7-FA13-7E4B-91CFB471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0800" y="6726349"/>
            <a:ext cx="1566401" cy="952633"/>
          </a:xfrm>
          <a:prstGeom prst="rect">
            <a:avLst/>
          </a:prstGeom>
        </p:spPr>
      </p:pic>
    </p:spTree>
    <p:extLst>
      <p:ext uri="{BB962C8B-B14F-4D97-AF65-F5344CB8AC3E}">
        <p14:creationId xmlns:p14="http://schemas.microsoft.com/office/powerpoint/2010/main" val="4207421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702</TotalTime>
  <Words>2184</Words>
  <Application>Microsoft Office PowerPoint</Application>
  <PresentationFormat>Custom</PresentationFormat>
  <Paragraphs>150</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Cambria</vt:lpstr>
      <vt:lpstr>Courier New</vt:lpstr>
      <vt:lpstr>Times New Roman</vt:lpstr>
      <vt:lpstr>Wingdings</vt:lpstr>
      <vt:lpstr>Wingdings 2</vt:lpstr>
      <vt:lpstr>Oriel</vt:lpstr>
      <vt:lpstr>PowerPoint Presentation</vt:lpstr>
      <vt:lpstr>Content</vt:lpstr>
      <vt:lpstr>PowerPoint Presentation</vt:lpstr>
      <vt:lpstr>PowerPoint Presentation</vt:lpstr>
      <vt:lpstr>PowerPoint Presentation</vt:lpstr>
      <vt:lpstr>PowerPoint Presentation</vt:lpstr>
      <vt:lpstr>PowerPoint Presentation</vt:lpstr>
      <vt:lpstr>PowerPoint Presentation</vt:lpstr>
      <vt:lpstr>Tools and Techniques</vt:lpstr>
      <vt:lpstr>PowerPoint Presentation</vt:lpstr>
      <vt:lpstr>PowerPoint Presentation</vt:lpstr>
      <vt:lpstr>PowerPoint Presentation</vt:lpstr>
      <vt:lpstr>PowerPoint Presentation</vt:lpstr>
      <vt:lpstr>INSIGHTS: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Harsh Garg</cp:lastModifiedBy>
  <cp:revision>186</cp:revision>
  <dcterms:created xsi:type="dcterms:W3CDTF">2022-05-16T05:36:00Z</dcterms:created>
  <dcterms:modified xsi:type="dcterms:W3CDTF">2026-05-24T12:45:24Z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0314D4EE31994DD2913981734DAA000E_12</vt:lpwstr>
  </property>
  <property fmtid="{D5CDD505-2E9C-101B-9397-08002B2CF9AE}" pid="3" name="KSOProductBuildVer">
    <vt:lpwstr>1033-12.2.0.17562</vt:lpwstr>
  </property>
</Properties>
</file>